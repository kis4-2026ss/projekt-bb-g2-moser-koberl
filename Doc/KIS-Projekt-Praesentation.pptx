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6" r:id="rId3"/>
    <p:sldId id="272" r:id="rId4"/>
    <p:sldId id="271" r:id="rId5"/>
    <p:sldId id="258" r:id="rId6"/>
    <p:sldId id="273" r:id="rId7"/>
    <p:sldId id="259" r:id="rId8"/>
    <p:sldId id="260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4" r:id="rId18"/>
    <p:sldId id="275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D70D74-36DA-48DE-B550-9D2837F6BE3F}" v="2217" dt="2026-06-18T17:48:15.671"/>
    <p1510:client id="{9B6BC9C9-262E-4604-A340-11E76682CD35}" v="533" dt="2026-06-18T18:00:55.3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ser Sebastian - s2410307028" userId="80ed14f0-9710-4dd7-b5f8-ca521d112916" providerId="ADAL" clId="{49872A12-740B-4B61-BA7E-75733B99DBDD}"/>
    <pc:docChg chg="undo custSel addSld delSld modSld sldOrd">
      <pc:chgData name="Moser Sebastian - s2410307028" userId="80ed14f0-9710-4dd7-b5f8-ca521d112916" providerId="ADAL" clId="{49872A12-740B-4B61-BA7E-75733B99DBDD}" dt="2026-06-18T18:00:55.313" v="536" actId="14100"/>
      <pc:docMkLst>
        <pc:docMk/>
      </pc:docMkLst>
      <pc:sldChg chg="modSp mod">
        <pc:chgData name="Moser Sebastian - s2410307028" userId="80ed14f0-9710-4dd7-b5f8-ca521d112916" providerId="ADAL" clId="{49872A12-740B-4B61-BA7E-75733B99DBDD}" dt="2026-06-18T17:07:23.053" v="11" actId="20577"/>
        <pc:sldMkLst>
          <pc:docMk/>
          <pc:sldMk cId="0" sldId="256"/>
        </pc:sldMkLst>
        <pc:spChg chg="mod">
          <ac:chgData name="Moser Sebastian - s2410307028" userId="80ed14f0-9710-4dd7-b5f8-ca521d112916" providerId="ADAL" clId="{49872A12-740B-4B61-BA7E-75733B99DBDD}" dt="2026-06-18T17:07:23.053" v="11" actId="20577"/>
          <ac:spMkLst>
            <pc:docMk/>
            <pc:sldMk cId="0" sldId="256"/>
            <ac:spMk id="9" creationId="{00000000-0000-0000-0000-000000000000}"/>
          </ac:spMkLst>
        </pc:spChg>
      </pc:sldChg>
      <pc:sldChg chg="addSp modSp del mod">
        <pc:chgData name="Moser Sebastian - s2410307028" userId="80ed14f0-9710-4dd7-b5f8-ca521d112916" providerId="ADAL" clId="{49872A12-740B-4B61-BA7E-75733B99DBDD}" dt="2026-06-18T17:57:46.571" v="491" actId="47"/>
        <pc:sldMkLst>
          <pc:docMk/>
          <pc:sldMk cId="0" sldId="257"/>
        </pc:sldMkLst>
        <pc:spChg chg="mod">
          <ac:chgData name="Moser Sebastian - s2410307028" userId="80ed14f0-9710-4dd7-b5f8-ca521d112916" providerId="ADAL" clId="{49872A12-740B-4B61-BA7E-75733B99DBDD}" dt="2026-06-18T17:40:17.122" v="99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40:17.122" v="99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40:17.122" v="99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40:23.604" v="100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40:23.604" v="100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40:23.604" v="100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39:40.006" v="95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39:40.006" v="95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39:40.006" v="95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39:28.022" v="94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39:28.022" v="94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39:28.022" v="94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39:20.485" v="93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39:20.485" v="93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39:20.485" v="93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39:08.754" v="92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39:08.754" v="92" actId="107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39:08.754" v="92" actId="107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38:59.104" v="91" actId="107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38:59.104" v="91" actId="107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38:59.104" v="91" actId="1076"/>
          <ac:spMkLst>
            <pc:docMk/>
            <pc:sldMk cId="0" sldId="257"/>
            <ac:spMk id="26" creationId="{00000000-0000-0000-0000-000000000000}"/>
          </ac:spMkLst>
        </pc:spChg>
        <pc:spChg chg="add mod">
          <ac:chgData name="Moser Sebastian - s2410307028" userId="80ed14f0-9710-4dd7-b5f8-ca521d112916" providerId="ADAL" clId="{49872A12-740B-4B61-BA7E-75733B99DBDD}" dt="2026-06-18T17:40:11" v="98" actId="1076"/>
          <ac:spMkLst>
            <pc:docMk/>
            <pc:sldMk cId="0" sldId="257"/>
            <ac:spMk id="28" creationId="{FF7B1595-3571-BE92-5091-D052DEB24F8E}"/>
          </ac:spMkLst>
        </pc:spChg>
        <pc:spChg chg="add mod">
          <ac:chgData name="Moser Sebastian - s2410307028" userId="80ed14f0-9710-4dd7-b5f8-ca521d112916" providerId="ADAL" clId="{49872A12-740B-4B61-BA7E-75733B99DBDD}" dt="2026-06-18T17:40:11" v="98" actId="1076"/>
          <ac:spMkLst>
            <pc:docMk/>
            <pc:sldMk cId="0" sldId="257"/>
            <ac:spMk id="30" creationId="{D66B7606-9D37-010E-F006-D53AA67F82AD}"/>
          </ac:spMkLst>
        </pc:spChg>
        <pc:spChg chg="add mod">
          <ac:chgData name="Moser Sebastian - s2410307028" userId="80ed14f0-9710-4dd7-b5f8-ca521d112916" providerId="ADAL" clId="{49872A12-740B-4B61-BA7E-75733B99DBDD}" dt="2026-06-18T17:40:11" v="98" actId="1076"/>
          <ac:spMkLst>
            <pc:docMk/>
            <pc:sldMk cId="0" sldId="257"/>
            <ac:spMk id="32" creationId="{4DA0F311-3BF5-66F1-4361-CB22543C5D1C}"/>
          </ac:spMkLst>
        </pc:spChg>
      </pc:sldChg>
      <pc:sldChg chg="modSp mod">
        <pc:chgData name="Moser Sebastian - s2410307028" userId="80ed14f0-9710-4dd7-b5f8-ca521d112916" providerId="ADAL" clId="{49872A12-740B-4B61-BA7E-75733B99DBDD}" dt="2026-06-18T18:00:47.832" v="535" actId="14100"/>
        <pc:sldMkLst>
          <pc:docMk/>
          <pc:sldMk cId="0" sldId="258"/>
        </pc:sldMkLst>
        <pc:spChg chg="mod">
          <ac:chgData name="Moser Sebastian - s2410307028" userId="80ed14f0-9710-4dd7-b5f8-ca521d112916" providerId="ADAL" clId="{49872A12-740B-4B61-BA7E-75733B99DBDD}" dt="2026-06-18T17:58:09.183" v="495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8:00:47.832" v="535" actId="14100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Moser Sebastian - s2410307028" userId="80ed14f0-9710-4dd7-b5f8-ca521d112916" providerId="ADAL" clId="{49872A12-740B-4B61-BA7E-75733B99DBDD}" dt="2026-06-18T17:58:20.578" v="498" actId="20577"/>
        <pc:sldMkLst>
          <pc:docMk/>
          <pc:sldMk cId="0" sldId="259"/>
        </pc:sldMkLst>
        <pc:spChg chg="mod">
          <ac:chgData name="Moser Sebastian - s2410307028" userId="80ed14f0-9710-4dd7-b5f8-ca521d112916" providerId="ADAL" clId="{49872A12-740B-4B61-BA7E-75733B99DBDD}" dt="2026-06-18T17:58:20.578" v="498" actId="20577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Moser Sebastian - s2410307028" userId="80ed14f0-9710-4dd7-b5f8-ca521d112916" providerId="ADAL" clId="{49872A12-740B-4B61-BA7E-75733B99DBDD}" dt="2026-06-18T17:58:33.588" v="502" actId="20577"/>
        <pc:sldMkLst>
          <pc:docMk/>
          <pc:sldMk cId="0" sldId="260"/>
        </pc:sldMkLst>
        <pc:spChg chg="mod">
          <ac:chgData name="Moser Sebastian - s2410307028" userId="80ed14f0-9710-4dd7-b5f8-ca521d112916" providerId="ADAL" clId="{49872A12-740B-4B61-BA7E-75733B99DBDD}" dt="2026-06-18T17:58:33.588" v="502" actId="20577"/>
          <ac:spMkLst>
            <pc:docMk/>
            <pc:sldMk cId="0" sldId="260"/>
            <ac:spMk id="6" creationId="{00000000-0000-0000-0000-000000000000}"/>
          </ac:spMkLst>
        </pc:spChg>
      </pc:sldChg>
      <pc:sldChg chg="modSp mod">
        <pc:chgData name="Moser Sebastian - s2410307028" userId="80ed14f0-9710-4dd7-b5f8-ca521d112916" providerId="ADAL" clId="{49872A12-740B-4B61-BA7E-75733B99DBDD}" dt="2026-06-18T17:58:38.181" v="504" actId="20577"/>
        <pc:sldMkLst>
          <pc:docMk/>
          <pc:sldMk cId="0" sldId="261"/>
        </pc:sldMkLst>
        <pc:spChg chg="mod">
          <ac:chgData name="Moser Sebastian - s2410307028" userId="80ed14f0-9710-4dd7-b5f8-ca521d112916" providerId="ADAL" clId="{49872A12-740B-4B61-BA7E-75733B99DBDD}" dt="2026-06-18T17:58:38.181" v="504" actId="20577"/>
          <ac:spMkLst>
            <pc:docMk/>
            <pc:sldMk cId="0" sldId="261"/>
            <ac:spMk id="6" creationId="{00000000-0000-0000-0000-000000000000}"/>
          </ac:spMkLst>
        </pc:spChg>
      </pc:sldChg>
      <pc:sldChg chg="modSp mod">
        <pc:chgData name="Moser Sebastian - s2410307028" userId="80ed14f0-9710-4dd7-b5f8-ca521d112916" providerId="ADAL" clId="{49872A12-740B-4B61-BA7E-75733B99DBDD}" dt="2026-06-18T17:59:53.756" v="528" actId="14100"/>
        <pc:sldMkLst>
          <pc:docMk/>
          <pc:sldMk cId="0" sldId="263"/>
        </pc:sldMkLst>
        <pc:spChg chg="mod">
          <ac:chgData name="Moser Sebastian - s2410307028" userId="80ed14f0-9710-4dd7-b5f8-ca521d112916" providerId="ADAL" clId="{49872A12-740B-4B61-BA7E-75733B99DBDD}" dt="2026-06-18T17:58:44.824" v="509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59:53.756" v="528" actId="14100"/>
          <ac:spMkLst>
            <pc:docMk/>
            <pc:sldMk cId="0" sldId="263"/>
            <ac:spMk id="7" creationId="{00000000-0000-0000-0000-000000000000}"/>
          </ac:spMkLst>
        </pc:spChg>
      </pc:sldChg>
      <pc:sldChg chg="addSp delSp modSp mod">
        <pc:chgData name="Moser Sebastian - s2410307028" userId="80ed14f0-9710-4dd7-b5f8-ca521d112916" providerId="ADAL" clId="{49872A12-740B-4B61-BA7E-75733B99DBDD}" dt="2026-06-18T17:59:46.405" v="527" actId="14100"/>
        <pc:sldMkLst>
          <pc:docMk/>
          <pc:sldMk cId="0" sldId="264"/>
        </pc:sldMkLst>
        <pc:spChg chg="mod">
          <ac:chgData name="Moser Sebastian - s2410307028" userId="80ed14f0-9710-4dd7-b5f8-ca521d112916" providerId="ADAL" clId="{49872A12-740B-4B61-BA7E-75733B99DBDD}" dt="2026-06-18T17:58:50.060" v="512" actId="20577"/>
          <ac:spMkLst>
            <pc:docMk/>
            <pc:sldMk cId="0" sldId="264"/>
            <ac:spMk id="6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59:46.405" v="527" actId="14100"/>
          <ac:spMkLst>
            <pc:docMk/>
            <pc:sldMk cId="0" sldId="264"/>
            <ac:spMk id="7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50:42.977" v="301" actId="20577"/>
          <ac:spMkLst>
            <pc:docMk/>
            <pc:sldMk cId="0" sldId="264"/>
            <ac:spMk id="9" creationId="{00000000-0000-0000-0000-000000000000}"/>
          </ac:spMkLst>
        </pc:spChg>
        <pc:spChg chg="del">
          <ac:chgData name="Moser Sebastian - s2410307028" userId="80ed14f0-9710-4dd7-b5f8-ca521d112916" providerId="ADAL" clId="{49872A12-740B-4B61-BA7E-75733B99DBDD}" dt="2026-06-18T17:45:46.466" v="270" actId="478"/>
          <ac:spMkLst>
            <pc:docMk/>
            <pc:sldMk cId="0" sldId="264"/>
            <ac:spMk id="10" creationId="{00000000-0000-0000-0000-000000000000}"/>
          </ac:spMkLst>
        </pc:spChg>
        <pc:spChg chg="del mod">
          <ac:chgData name="Moser Sebastian - s2410307028" userId="80ed14f0-9710-4dd7-b5f8-ca521d112916" providerId="ADAL" clId="{49872A12-740B-4B61-BA7E-75733B99DBDD}" dt="2026-06-18T17:45:55.222" v="273" actId="478"/>
          <ac:spMkLst>
            <pc:docMk/>
            <pc:sldMk cId="0" sldId="264"/>
            <ac:spMk id="11" creationId="{00000000-0000-0000-0000-000000000000}"/>
          </ac:spMkLst>
        </pc:spChg>
        <pc:spChg chg="del">
          <ac:chgData name="Moser Sebastian - s2410307028" userId="80ed14f0-9710-4dd7-b5f8-ca521d112916" providerId="ADAL" clId="{49872A12-740B-4B61-BA7E-75733B99DBDD}" dt="2026-06-18T17:48:15.198" v="282" actId="478"/>
          <ac:spMkLst>
            <pc:docMk/>
            <pc:sldMk cId="0" sldId="264"/>
            <ac:spMk id="12" creationId="{00000000-0000-0000-0000-000000000000}"/>
          </ac:spMkLst>
        </pc:spChg>
        <pc:spChg chg="del">
          <ac:chgData name="Moser Sebastian - s2410307028" userId="80ed14f0-9710-4dd7-b5f8-ca521d112916" providerId="ADAL" clId="{49872A12-740B-4B61-BA7E-75733B99DBDD}" dt="2026-06-18T17:48:14.158" v="281" actId="478"/>
          <ac:spMkLst>
            <pc:docMk/>
            <pc:sldMk cId="0" sldId="264"/>
            <ac:spMk id="13" creationId="{00000000-0000-0000-0000-000000000000}"/>
          </ac:spMkLst>
        </pc:spChg>
        <pc:spChg chg="del">
          <ac:chgData name="Moser Sebastian - s2410307028" userId="80ed14f0-9710-4dd7-b5f8-ca521d112916" providerId="ADAL" clId="{49872A12-740B-4B61-BA7E-75733B99DBDD}" dt="2026-06-18T17:50:01.145" v="294" actId="478"/>
          <ac:spMkLst>
            <pc:docMk/>
            <pc:sldMk cId="0" sldId="264"/>
            <ac:spMk id="14" creationId="{00000000-0000-0000-0000-000000000000}"/>
          </ac:spMkLst>
        </pc:spChg>
        <pc:spChg chg="del mod">
          <ac:chgData name="Moser Sebastian - s2410307028" userId="80ed14f0-9710-4dd7-b5f8-ca521d112916" providerId="ADAL" clId="{49872A12-740B-4B61-BA7E-75733B99DBDD}" dt="2026-06-18T17:50:05.570" v="296" actId="478"/>
          <ac:spMkLst>
            <pc:docMk/>
            <pc:sldMk cId="0" sldId="264"/>
            <ac:spMk id="15" creationId="{00000000-0000-0000-0000-000000000000}"/>
          </ac:spMkLst>
        </pc:spChg>
        <pc:picChg chg="add mod">
          <ac:chgData name="Moser Sebastian - s2410307028" userId="80ed14f0-9710-4dd7-b5f8-ca521d112916" providerId="ADAL" clId="{49872A12-740B-4B61-BA7E-75733B99DBDD}" dt="2026-06-18T17:46:23.283" v="280" actId="1076"/>
          <ac:picMkLst>
            <pc:docMk/>
            <pc:sldMk cId="0" sldId="264"/>
            <ac:picMk id="17" creationId="{C0903567-3741-692D-3D7E-B8A955DC1B98}"/>
          </ac:picMkLst>
        </pc:picChg>
        <pc:picChg chg="add del">
          <ac:chgData name="Moser Sebastian - s2410307028" userId="80ed14f0-9710-4dd7-b5f8-ca521d112916" providerId="ADAL" clId="{49872A12-740B-4B61-BA7E-75733B99DBDD}" dt="2026-06-18T17:48:20.981" v="284" actId="478"/>
          <ac:picMkLst>
            <pc:docMk/>
            <pc:sldMk cId="0" sldId="264"/>
            <ac:picMk id="19" creationId="{1493538F-AF4E-6AFC-CC40-1D82CD3AD270}"/>
          </ac:picMkLst>
        </pc:picChg>
        <pc:picChg chg="add mod">
          <ac:chgData name="Moser Sebastian - s2410307028" userId="80ed14f0-9710-4dd7-b5f8-ca521d112916" providerId="ADAL" clId="{49872A12-740B-4B61-BA7E-75733B99DBDD}" dt="2026-06-18T17:48:57.574" v="293" actId="1076"/>
          <ac:picMkLst>
            <pc:docMk/>
            <pc:sldMk cId="0" sldId="264"/>
            <ac:picMk id="21" creationId="{39173A02-CF12-C669-77EA-9982366D1B76}"/>
          </ac:picMkLst>
        </pc:picChg>
        <pc:picChg chg="add mod">
          <ac:chgData name="Moser Sebastian - s2410307028" userId="80ed14f0-9710-4dd7-b5f8-ca521d112916" providerId="ADAL" clId="{49872A12-740B-4B61-BA7E-75733B99DBDD}" dt="2026-06-18T17:50:15.801" v="300" actId="14100"/>
          <ac:picMkLst>
            <pc:docMk/>
            <pc:sldMk cId="0" sldId="264"/>
            <ac:picMk id="23" creationId="{5218538A-794E-72AE-BF10-37C506128548}"/>
          </ac:picMkLst>
        </pc:picChg>
      </pc:sldChg>
      <pc:sldChg chg="modSp mod">
        <pc:chgData name="Moser Sebastian - s2410307028" userId="80ed14f0-9710-4dd7-b5f8-ca521d112916" providerId="ADAL" clId="{49872A12-740B-4B61-BA7E-75733B99DBDD}" dt="2026-06-18T17:58:53.997" v="514" actId="20577"/>
        <pc:sldMkLst>
          <pc:docMk/>
          <pc:sldMk cId="0" sldId="265"/>
        </pc:sldMkLst>
        <pc:spChg chg="mod">
          <ac:chgData name="Moser Sebastian - s2410307028" userId="80ed14f0-9710-4dd7-b5f8-ca521d112916" providerId="ADAL" clId="{49872A12-740B-4B61-BA7E-75733B99DBDD}" dt="2026-06-18T17:58:53.997" v="514" actId="20577"/>
          <ac:spMkLst>
            <pc:docMk/>
            <pc:sldMk cId="0" sldId="265"/>
            <ac:spMk id="6" creationId="{00000000-0000-0000-0000-000000000000}"/>
          </ac:spMkLst>
        </pc:spChg>
        <pc:graphicFrameChg chg="mod modGraphic">
          <ac:chgData name="Moser Sebastian - s2410307028" userId="80ed14f0-9710-4dd7-b5f8-ca521d112916" providerId="ADAL" clId="{49872A12-740B-4B61-BA7E-75733B99DBDD}" dt="2026-06-18T17:51:00.806" v="308" actId="20577"/>
          <ac:graphicFrameMkLst>
            <pc:docMk/>
            <pc:sldMk cId="0" sldId="265"/>
            <ac:graphicFrameMk id="7" creationId="{00000000-0000-0000-0000-000000000000}"/>
          </ac:graphicFrameMkLst>
        </pc:graphicFrameChg>
      </pc:sldChg>
      <pc:sldChg chg="modSp mod">
        <pc:chgData name="Moser Sebastian - s2410307028" userId="80ed14f0-9710-4dd7-b5f8-ca521d112916" providerId="ADAL" clId="{49872A12-740B-4B61-BA7E-75733B99DBDD}" dt="2026-06-18T17:58:58.919" v="516" actId="20577"/>
        <pc:sldMkLst>
          <pc:docMk/>
          <pc:sldMk cId="0" sldId="266"/>
        </pc:sldMkLst>
        <pc:spChg chg="mod">
          <ac:chgData name="Moser Sebastian - s2410307028" userId="80ed14f0-9710-4dd7-b5f8-ca521d112916" providerId="ADAL" clId="{49872A12-740B-4B61-BA7E-75733B99DBDD}" dt="2026-06-18T17:58:58.919" v="516" actId="20577"/>
          <ac:spMkLst>
            <pc:docMk/>
            <pc:sldMk cId="0" sldId="266"/>
            <ac:spMk id="6" creationId="{00000000-0000-0000-0000-000000000000}"/>
          </ac:spMkLst>
        </pc:spChg>
      </pc:sldChg>
      <pc:sldChg chg="modSp mod">
        <pc:chgData name="Moser Sebastian - s2410307028" userId="80ed14f0-9710-4dd7-b5f8-ca521d112916" providerId="ADAL" clId="{49872A12-740B-4B61-BA7E-75733B99DBDD}" dt="2026-06-18T17:59:03.950" v="518" actId="20577"/>
        <pc:sldMkLst>
          <pc:docMk/>
          <pc:sldMk cId="0" sldId="267"/>
        </pc:sldMkLst>
        <pc:spChg chg="mod">
          <ac:chgData name="Moser Sebastian - s2410307028" userId="80ed14f0-9710-4dd7-b5f8-ca521d112916" providerId="ADAL" clId="{49872A12-740B-4B61-BA7E-75733B99DBDD}" dt="2026-06-18T17:59:03.950" v="518" actId="20577"/>
          <ac:spMkLst>
            <pc:docMk/>
            <pc:sldMk cId="0" sldId="267"/>
            <ac:spMk id="6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56:56.965" v="490" actId="20577"/>
          <ac:spMkLst>
            <pc:docMk/>
            <pc:sldMk cId="0" sldId="267"/>
            <ac:spMk id="14" creationId="{00000000-0000-0000-0000-000000000000}"/>
          </ac:spMkLst>
        </pc:spChg>
      </pc:sldChg>
      <pc:sldChg chg="modSp mod">
        <pc:chgData name="Moser Sebastian - s2410307028" userId="80ed14f0-9710-4dd7-b5f8-ca521d112916" providerId="ADAL" clId="{49872A12-740B-4B61-BA7E-75733B99DBDD}" dt="2026-06-18T17:59:35.585" v="526" actId="14100"/>
        <pc:sldMkLst>
          <pc:docMk/>
          <pc:sldMk cId="0" sldId="268"/>
        </pc:sldMkLst>
        <pc:spChg chg="mod">
          <ac:chgData name="Moser Sebastian - s2410307028" userId="80ed14f0-9710-4dd7-b5f8-ca521d112916" providerId="ADAL" clId="{49872A12-740B-4B61-BA7E-75733B99DBDD}" dt="2026-06-18T17:59:08.182" v="520" actId="20577"/>
          <ac:spMkLst>
            <pc:docMk/>
            <pc:sldMk cId="0" sldId="268"/>
            <ac:spMk id="6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59:32.925" v="525" actId="14100"/>
          <ac:spMkLst>
            <pc:docMk/>
            <pc:sldMk cId="0" sldId="268"/>
            <ac:spMk id="7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56:10.754" v="412" actId="20577"/>
          <ac:spMkLst>
            <pc:docMk/>
            <pc:sldMk cId="0" sldId="268"/>
            <ac:spMk id="10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59:35.585" v="526" actId="14100"/>
          <ac:spMkLst>
            <pc:docMk/>
            <pc:sldMk cId="0" sldId="268"/>
            <ac:spMk id="11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56:42.915" v="441" actId="20577"/>
          <ac:spMkLst>
            <pc:docMk/>
            <pc:sldMk cId="0" sldId="268"/>
            <ac:spMk id="13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56:28.946" v="416" actId="20577"/>
          <ac:spMkLst>
            <pc:docMk/>
            <pc:sldMk cId="0" sldId="268"/>
            <ac:spMk id="14" creationId="{00000000-0000-0000-0000-000000000000}"/>
          </ac:spMkLst>
        </pc:spChg>
      </pc:sldChg>
      <pc:sldChg chg="modSp mod">
        <pc:chgData name="Moser Sebastian - s2410307028" userId="80ed14f0-9710-4dd7-b5f8-ca521d112916" providerId="ADAL" clId="{49872A12-740B-4B61-BA7E-75733B99DBDD}" dt="2026-06-18T17:59:13.366" v="522" actId="20577"/>
        <pc:sldMkLst>
          <pc:docMk/>
          <pc:sldMk cId="0" sldId="269"/>
        </pc:sldMkLst>
        <pc:spChg chg="mod">
          <ac:chgData name="Moser Sebastian - s2410307028" userId="80ed14f0-9710-4dd7-b5f8-ca521d112916" providerId="ADAL" clId="{49872A12-740B-4B61-BA7E-75733B99DBDD}" dt="2026-06-18T17:59:13.366" v="522" actId="20577"/>
          <ac:spMkLst>
            <pc:docMk/>
            <pc:sldMk cId="0" sldId="269"/>
            <ac:spMk id="5" creationId="{00000000-0000-0000-0000-000000000000}"/>
          </ac:spMkLst>
        </pc:spChg>
        <pc:graphicFrameChg chg="modGraphic">
          <ac:chgData name="Moser Sebastian - s2410307028" userId="80ed14f0-9710-4dd7-b5f8-ca521d112916" providerId="ADAL" clId="{49872A12-740B-4B61-BA7E-75733B99DBDD}" dt="2026-06-18T17:55:52.171" v="407" actId="2165"/>
          <ac:graphicFrameMkLst>
            <pc:docMk/>
            <pc:sldMk cId="0" sldId="269"/>
            <ac:graphicFrameMk id="6" creationId="{00000000-0000-0000-0000-000000000000}"/>
          </ac:graphicFrameMkLst>
        </pc:graphicFrameChg>
      </pc:sldChg>
      <pc:sldChg chg="del">
        <pc:chgData name="Moser Sebastian - s2410307028" userId="80ed14f0-9710-4dd7-b5f8-ca521d112916" providerId="ADAL" clId="{49872A12-740B-4B61-BA7E-75733B99DBDD}" dt="2026-06-18T17:35:45.513" v="44" actId="47"/>
        <pc:sldMkLst>
          <pc:docMk/>
          <pc:sldMk cId="0" sldId="270"/>
        </pc:sldMkLst>
      </pc:sldChg>
      <pc:sldChg chg="modSp mod ord">
        <pc:chgData name="Moser Sebastian - s2410307028" userId="80ed14f0-9710-4dd7-b5f8-ca521d112916" providerId="ADAL" clId="{49872A12-740B-4B61-BA7E-75733B99DBDD}" dt="2026-06-18T18:00:55.313" v="536" actId="14100"/>
        <pc:sldMkLst>
          <pc:docMk/>
          <pc:sldMk cId="4128029050" sldId="271"/>
        </pc:sldMkLst>
        <pc:spChg chg="mod">
          <ac:chgData name="Moser Sebastian - s2410307028" userId="80ed14f0-9710-4dd7-b5f8-ca521d112916" providerId="ADAL" clId="{49872A12-740B-4B61-BA7E-75733B99DBDD}" dt="2026-06-18T17:58:04.355" v="493" actId="20577"/>
          <ac:spMkLst>
            <pc:docMk/>
            <pc:sldMk cId="4128029050" sldId="271"/>
            <ac:spMk id="6" creationId="{AE02D964-11AF-16DA-F0ED-F8427C107F6A}"/>
          </ac:spMkLst>
        </pc:spChg>
        <pc:spChg chg="mod">
          <ac:chgData name="Moser Sebastian - s2410307028" userId="80ed14f0-9710-4dd7-b5f8-ca521d112916" providerId="ADAL" clId="{49872A12-740B-4B61-BA7E-75733B99DBDD}" dt="2026-06-18T18:00:55.313" v="536" actId="14100"/>
          <ac:spMkLst>
            <pc:docMk/>
            <pc:sldMk cId="4128029050" sldId="271"/>
            <ac:spMk id="19" creationId="{C075A04B-17C4-65CD-61F0-EA53CAF36290}"/>
          </ac:spMkLst>
        </pc:spChg>
        <pc:spChg chg="mod">
          <ac:chgData name="Moser Sebastian - s2410307028" userId="80ed14f0-9710-4dd7-b5f8-ca521d112916" providerId="ADAL" clId="{49872A12-740B-4B61-BA7E-75733B99DBDD}" dt="2026-06-18T17:31:06.240" v="22" actId="33524"/>
          <ac:spMkLst>
            <pc:docMk/>
            <pc:sldMk cId="4128029050" sldId="271"/>
            <ac:spMk id="21" creationId="{42E84B0C-6960-96F1-98DA-C1F8827E443B}"/>
          </ac:spMkLst>
        </pc:spChg>
      </pc:sldChg>
      <pc:sldChg chg="modSp mod ord">
        <pc:chgData name="Moser Sebastian - s2410307028" userId="80ed14f0-9710-4dd7-b5f8-ca521d112916" providerId="ADAL" clId="{49872A12-740B-4B61-BA7E-75733B99DBDD}" dt="2026-06-18T17:57:56.350" v="492" actId="20577"/>
        <pc:sldMkLst>
          <pc:docMk/>
          <pc:sldMk cId="3353050131" sldId="272"/>
        </pc:sldMkLst>
        <pc:spChg chg="mod">
          <ac:chgData name="Moser Sebastian - s2410307028" userId="80ed14f0-9710-4dd7-b5f8-ca521d112916" providerId="ADAL" clId="{49872A12-740B-4B61-BA7E-75733B99DBDD}" dt="2026-06-18T17:57:56.350" v="492" actId="20577"/>
          <ac:spMkLst>
            <pc:docMk/>
            <pc:sldMk cId="3353050131" sldId="272"/>
            <ac:spMk id="6" creationId="{D25894DA-8C49-2CB2-D85C-23651C890607}"/>
          </ac:spMkLst>
        </pc:spChg>
      </pc:sldChg>
      <pc:sldChg chg="modSp add mod ord">
        <pc:chgData name="Moser Sebastian - s2410307028" userId="80ed14f0-9710-4dd7-b5f8-ca521d112916" providerId="ADAL" clId="{49872A12-740B-4B61-BA7E-75733B99DBDD}" dt="2026-06-18T18:00:39.920" v="534" actId="14100"/>
        <pc:sldMkLst>
          <pc:docMk/>
          <pc:sldMk cId="0" sldId="273"/>
        </pc:sldMkLst>
        <pc:spChg chg="mod">
          <ac:chgData name="Moser Sebastian - s2410307028" userId="80ed14f0-9710-4dd7-b5f8-ca521d112916" providerId="ADAL" clId="{49872A12-740B-4B61-BA7E-75733B99DBDD}" dt="2026-06-18T17:58:15.885" v="496" actId="20577"/>
          <ac:spMkLst>
            <pc:docMk/>
            <pc:sldMk cId="0" sldId="273"/>
            <ac:spMk id="6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8:00:27.607" v="532" actId="14100"/>
          <ac:spMkLst>
            <pc:docMk/>
            <pc:sldMk cId="0" sldId="273"/>
            <ac:spMk id="10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8:00:12.350" v="530" actId="14100"/>
          <ac:spMkLst>
            <pc:docMk/>
            <pc:sldMk cId="0" sldId="273"/>
            <ac:spMk id="16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8:00:39.920" v="534" actId="14100"/>
          <ac:spMkLst>
            <pc:docMk/>
            <pc:sldMk cId="0" sldId="273"/>
            <ac:spMk id="22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8:00:35.173" v="533" actId="14100"/>
          <ac:spMkLst>
            <pc:docMk/>
            <pc:sldMk cId="0" sldId="273"/>
            <ac:spMk id="23" creationId="{00000000-0000-0000-0000-000000000000}"/>
          </ac:spMkLst>
        </pc:spChg>
      </pc:sldChg>
      <pc:sldChg chg="modSp add mod">
        <pc:chgData name="Moser Sebastian - s2410307028" userId="80ed14f0-9710-4dd7-b5f8-ca521d112916" providerId="ADAL" clId="{49872A12-740B-4B61-BA7E-75733B99DBDD}" dt="2026-06-18T17:54:32.321" v="406" actId="20577"/>
        <pc:sldMkLst>
          <pc:docMk/>
          <pc:sldMk cId="0" sldId="274"/>
        </pc:sldMkLst>
        <pc:spChg chg="mod">
          <ac:chgData name="Moser Sebastian - s2410307028" userId="80ed14f0-9710-4dd7-b5f8-ca521d112916" providerId="ADAL" clId="{49872A12-740B-4B61-BA7E-75733B99DBDD}" dt="2026-06-18T17:53:46.591" v="367" actId="20577"/>
          <ac:spMkLst>
            <pc:docMk/>
            <pc:sldMk cId="0" sldId="274"/>
            <ac:spMk id="18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54:26.823" v="376" actId="20577"/>
          <ac:spMkLst>
            <pc:docMk/>
            <pc:sldMk cId="0" sldId="274"/>
            <ac:spMk id="29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54:32.321" v="406" actId="20577"/>
          <ac:spMkLst>
            <pc:docMk/>
            <pc:sldMk cId="0" sldId="274"/>
            <ac:spMk id="30" creationId="{00000000-0000-0000-0000-000000000000}"/>
          </ac:spMkLst>
        </pc:spChg>
      </pc:sldChg>
      <pc:sldChg chg="modSp add mod">
        <pc:chgData name="Moser Sebastian - s2410307028" userId="80ed14f0-9710-4dd7-b5f8-ca521d112916" providerId="ADAL" clId="{49872A12-740B-4B61-BA7E-75733B99DBDD}" dt="2026-06-18T17:59:26.540" v="524" actId="14100"/>
        <pc:sldMkLst>
          <pc:docMk/>
          <pc:sldMk cId="0" sldId="275"/>
        </pc:sldMkLst>
        <pc:spChg chg="mod">
          <ac:chgData name="Moser Sebastian - s2410307028" userId="80ed14f0-9710-4dd7-b5f8-ca521d112916" providerId="ADAL" clId="{49872A12-740B-4B61-BA7E-75733B99DBDD}" dt="2026-06-18T17:59:23.625" v="523" actId="14100"/>
          <ac:spMkLst>
            <pc:docMk/>
            <pc:sldMk cId="0" sldId="275"/>
            <ac:spMk id="9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37:55.751" v="86" actId="20577"/>
          <ac:spMkLst>
            <pc:docMk/>
            <pc:sldMk cId="0" sldId="275"/>
            <ac:spMk id="11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59:26.540" v="524" actId="14100"/>
          <ac:spMkLst>
            <pc:docMk/>
            <pc:sldMk cId="0" sldId="275"/>
            <ac:spMk id="12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53:06.293" v="345" actId="20577"/>
          <ac:spMkLst>
            <pc:docMk/>
            <pc:sldMk cId="0" sldId="275"/>
            <ac:spMk id="14" creationId="{00000000-0000-0000-0000-000000000000}"/>
          </ac:spMkLst>
        </pc:spChg>
      </pc:sldChg>
      <pc:sldChg chg="delSp modSp add mod">
        <pc:chgData name="Moser Sebastian - s2410307028" userId="80ed14f0-9710-4dd7-b5f8-ca521d112916" providerId="ADAL" clId="{49872A12-740B-4B61-BA7E-75733B99DBDD}" dt="2026-06-18T17:43:01.114" v="268" actId="20577"/>
        <pc:sldMkLst>
          <pc:docMk/>
          <pc:sldMk cId="0" sldId="276"/>
        </pc:sldMkLst>
        <pc:spChg chg="mod">
          <ac:chgData name="Moser Sebastian - s2410307028" userId="80ed14f0-9710-4dd7-b5f8-ca521d112916" providerId="ADAL" clId="{49872A12-740B-4B61-BA7E-75733B99DBDD}" dt="2026-06-18T17:41:26.921" v="162" actId="33524"/>
          <ac:spMkLst>
            <pc:docMk/>
            <pc:sldMk cId="0" sldId="276"/>
            <ac:spMk id="8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41:40.453" v="198" actId="20577"/>
          <ac:spMkLst>
            <pc:docMk/>
            <pc:sldMk cId="0" sldId="276"/>
            <ac:spMk id="11" creationId="{00000000-0000-0000-0000-000000000000}"/>
          </ac:spMkLst>
        </pc:spChg>
        <pc:spChg chg="mod">
          <ac:chgData name="Moser Sebastian - s2410307028" userId="80ed14f0-9710-4dd7-b5f8-ca521d112916" providerId="ADAL" clId="{49872A12-740B-4B61-BA7E-75733B99DBDD}" dt="2026-06-18T17:43:01.114" v="268" actId="20577"/>
          <ac:spMkLst>
            <pc:docMk/>
            <pc:sldMk cId="0" sldId="276"/>
            <ac:spMk id="29" creationId="{00000000-0000-0000-0000-000000000000}"/>
          </ac:spMkLst>
        </pc:spChg>
        <pc:spChg chg="del">
          <ac:chgData name="Moser Sebastian - s2410307028" userId="80ed14f0-9710-4dd7-b5f8-ca521d112916" providerId="ADAL" clId="{49872A12-740B-4B61-BA7E-75733B99DBDD}" dt="2026-06-18T17:40:48.234" v="102" actId="478"/>
          <ac:spMkLst>
            <pc:docMk/>
            <pc:sldMk cId="0" sldId="276"/>
            <ac:spMk id="30" creationId="{00000000-0000-0000-0000-000000000000}"/>
          </ac:spMkLst>
        </pc:spChg>
        <pc:spChg chg="del">
          <ac:chgData name="Moser Sebastian - s2410307028" userId="80ed14f0-9710-4dd7-b5f8-ca521d112916" providerId="ADAL" clId="{49872A12-740B-4B61-BA7E-75733B99DBDD}" dt="2026-06-18T17:40:53.237" v="104" actId="478"/>
          <ac:spMkLst>
            <pc:docMk/>
            <pc:sldMk cId="0" sldId="276"/>
            <ac:spMk id="31" creationId="{00000000-0000-0000-0000-000000000000}"/>
          </ac:spMkLst>
        </pc:spChg>
        <pc:spChg chg="del">
          <ac:chgData name="Moser Sebastian - s2410307028" userId="80ed14f0-9710-4dd7-b5f8-ca521d112916" providerId="ADAL" clId="{49872A12-740B-4B61-BA7E-75733B99DBDD}" dt="2026-06-18T17:40:51.829" v="103" actId="478"/>
          <ac:spMkLst>
            <pc:docMk/>
            <pc:sldMk cId="0" sldId="276"/>
            <ac:spMk id="32" creationId="{00000000-0000-0000-0000-000000000000}"/>
          </ac:spMkLst>
        </pc:spChg>
      </pc:sldChg>
    </pc:docChg>
  </pc:docChgLst>
  <pc:docChgLst>
    <pc:chgData name="Koeberl Dominik - s2410307019" userId="f7caf522-b909-4189-85d4-3adf8f3da9e5" providerId="ADAL" clId="{8290CCCA-FFA0-474A-890E-E9AE421DE76B}"/>
    <pc:docChg chg="undo custSel addSld delSld modSld sldOrd">
      <pc:chgData name="Koeberl Dominik - s2410307019" userId="f7caf522-b909-4189-85d4-3adf8f3da9e5" providerId="ADAL" clId="{8290CCCA-FFA0-474A-890E-E9AE421DE76B}" dt="2026-06-18T17:48:15.671" v="2220" actId="1076"/>
      <pc:docMkLst>
        <pc:docMk/>
      </pc:docMkLst>
      <pc:sldChg chg="delSp modSp mod">
        <pc:chgData name="Koeberl Dominik - s2410307019" userId="f7caf522-b909-4189-85d4-3adf8f3da9e5" providerId="ADAL" clId="{8290CCCA-FFA0-474A-890E-E9AE421DE76B}" dt="2026-06-18T17:07:53.667" v="11" actId="478"/>
        <pc:sldMkLst>
          <pc:docMk/>
          <pc:sldMk cId="0" sldId="259"/>
        </pc:sldMkLst>
        <pc:spChg chg="mod">
          <ac:chgData name="Koeberl Dominik - s2410307019" userId="f7caf522-b909-4189-85d4-3adf8f3da9e5" providerId="ADAL" clId="{8290CCCA-FFA0-474A-890E-E9AE421DE76B}" dt="2026-06-18T17:07:45.234" v="4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Koeberl Dominik - s2410307019" userId="f7caf522-b909-4189-85d4-3adf8f3da9e5" providerId="ADAL" clId="{8290CCCA-FFA0-474A-890E-E9AE421DE76B}" dt="2026-06-18T17:07:30.604" v="0" actId="20577"/>
          <ac:spMkLst>
            <pc:docMk/>
            <pc:sldMk cId="0" sldId="259"/>
            <ac:spMk id="15" creationId="{00000000-0000-0000-0000-000000000000}"/>
          </ac:spMkLst>
        </pc:spChg>
        <pc:spChg chg="del">
          <ac:chgData name="Koeberl Dominik - s2410307019" userId="f7caf522-b909-4189-85d4-3adf8f3da9e5" providerId="ADAL" clId="{8290CCCA-FFA0-474A-890E-E9AE421DE76B}" dt="2026-06-18T17:07:50.979" v="7" actId="478"/>
          <ac:spMkLst>
            <pc:docMk/>
            <pc:sldMk cId="0" sldId="259"/>
            <ac:spMk id="22" creationId="{00000000-0000-0000-0000-000000000000}"/>
          </ac:spMkLst>
        </pc:spChg>
        <pc:spChg chg="del">
          <ac:chgData name="Koeberl Dominik - s2410307019" userId="f7caf522-b909-4189-85d4-3adf8f3da9e5" providerId="ADAL" clId="{8290CCCA-FFA0-474A-890E-E9AE421DE76B}" dt="2026-06-18T17:07:50.059" v="6" actId="478"/>
          <ac:spMkLst>
            <pc:docMk/>
            <pc:sldMk cId="0" sldId="259"/>
            <ac:spMk id="23" creationId="{00000000-0000-0000-0000-000000000000}"/>
          </ac:spMkLst>
        </pc:spChg>
        <pc:spChg chg="del">
          <ac:chgData name="Koeberl Dominik - s2410307019" userId="f7caf522-b909-4189-85d4-3adf8f3da9e5" providerId="ADAL" clId="{8290CCCA-FFA0-474A-890E-E9AE421DE76B}" dt="2026-06-18T17:07:49.368" v="5" actId="478"/>
          <ac:spMkLst>
            <pc:docMk/>
            <pc:sldMk cId="0" sldId="259"/>
            <ac:spMk id="24" creationId="{00000000-0000-0000-0000-000000000000}"/>
          </ac:spMkLst>
        </pc:spChg>
        <pc:spChg chg="del">
          <ac:chgData name="Koeberl Dominik - s2410307019" userId="f7caf522-b909-4189-85d4-3adf8f3da9e5" providerId="ADAL" clId="{8290CCCA-FFA0-474A-890E-E9AE421DE76B}" dt="2026-06-18T17:07:51.869" v="8" actId="478"/>
          <ac:spMkLst>
            <pc:docMk/>
            <pc:sldMk cId="0" sldId="259"/>
            <ac:spMk id="25" creationId="{00000000-0000-0000-0000-000000000000}"/>
          </ac:spMkLst>
        </pc:spChg>
        <pc:spChg chg="del mod">
          <ac:chgData name="Koeberl Dominik - s2410307019" userId="f7caf522-b909-4189-85d4-3adf8f3da9e5" providerId="ADAL" clId="{8290CCCA-FFA0-474A-890E-E9AE421DE76B}" dt="2026-06-18T17:07:53.667" v="11" actId="478"/>
          <ac:spMkLst>
            <pc:docMk/>
            <pc:sldMk cId="0" sldId="259"/>
            <ac:spMk id="26" creationId="{00000000-0000-0000-0000-000000000000}"/>
          </ac:spMkLst>
        </pc:spChg>
      </pc:sldChg>
      <pc:sldChg chg="del">
        <pc:chgData name="Koeberl Dominik - s2410307019" userId="f7caf522-b909-4189-85d4-3adf8f3da9e5" providerId="ADAL" clId="{8290CCCA-FFA0-474A-890E-E9AE421DE76B}" dt="2026-06-18T17:08:01.832" v="12" actId="47"/>
        <pc:sldMkLst>
          <pc:docMk/>
          <pc:sldMk cId="0" sldId="262"/>
        </pc:sldMkLst>
      </pc:sldChg>
      <pc:sldChg chg="addSp delSp modSp mod">
        <pc:chgData name="Koeberl Dominik - s2410307019" userId="f7caf522-b909-4189-85d4-3adf8f3da9e5" providerId="ADAL" clId="{8290CCCA-FFA0-474A-890E-E9AE421DE76B}" dt="2026-06-18T17:48:15.671" v="2220" actId="1076"/>
        <pc:sldMkLst>
          <pc:docMk/>
          <pc:sldMk cId="0" sldId="263"/>
        </pc:sldMkLst>
        <pc:spChg chg="mod">
          <ac:chgData name="Koeberl Dominik - s2410307019" userId="f7caf522-b909-4189-85d4-3adf8f3da9e5" providerId="ADAL" clId="{8290CCCA-FFA0-474A-890E-E9AE421DE76B}" dt="2026-06-18T17:41:06.113" v="2097" actId="14100"/>
          <ac:spMkLst>
            <pc:docMk/>
            <pc:sldMk cId="0" sldId="263"/>
            <ac:spMk id="7" creationId="{00000000-0000-0000-0000-000000000000}"/>
          </ac:spMkLst>
        </pc:spChg>
        <pc:spChg chg="del">
          <ac:chgData name="Koeberl Dominik - s2410307019" userId="f7caf522-b909-4189-85d4-3adf8f3da9e5" providerId="ADAL" clId="{8290CCCA-FFA0-474A-890E-E9AE421DE76B}" dt="2026-06-18T17:39:59.054" v="2074" actId="478"/>
          <ac:spMkLst>
            <pc:docMk/>
            <pc:sldMk cId="0" sldId="263"/>
            <ac:spMk id="10" creationId="{00000000-0000-0000-0000-000000000000}"/>
          </ac:spMkLst>
        </pc:spChg>
        <pc:spChg chg="del">
          <ac:chgData name="Koeberl Dominik - s2410307019" userId="f7caf522-b909-4189-85d4-3adf8f3da9e5" providerId="ADAL" clId="{8290CCCA-FFA0-474A-890E-E9AE421DE76B}" dt="2026-06-18T17:40:00.137" v="2075" actId="478"/>
          <ac:spMkLst>
            <pc:docMk/>
            <pc:sldMk cId="0" sldId="263"/>
            <ac:spMk id="11" creationId="{00000000-0000-0000-0000-000000000000}"/>
          </ac:spMkLst>
        </pc:spChg>
        <pc:spChg chg="del">
          <ac:chgData name="Koeberl Dominik - s2410307019" userId="f7caf522-b909-4189-85d4-3adf8f3da9e5" providerId="ADAL" clId="{8290CCCA-FFA0-474A-890E-E9AE421DE76B}" dt="2026-06-18T17:40:16.985" v="2078" actId="478"/>
          <ac:spMkLst>
            <pc:docMk/>
            <pc:sldMk cId="0" sldId="263"/>
            <ac:spMk id="12" creationId="{00000000-0000-0000-0000-000000000000}"/>
          </ac:spMkLst>
        </pc:spChg>
        <pc:spChg chg="del mod">
          <ac:chgData name="Koeberl Dominik - s2410307019" userId="f7caf522-b909-4189-85d4-3adf8f3da9e5" providerId="ADAL" clId="{8290CCCA-FFA0-474A-890E-E9AE421DE76B}" dt="2026-06-18T17:40:43.330" v="2083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Koeberl Dominik - s2410307019" userId="f7caf522-b909-4189-85d4-3adf8f3da9e5" providerId="ADAL" clId="{8290CCCA-FFA0-474A-890E-E9AE421DE76B}" dt="2026-06-18T17:40:51.120" v="2087" actId="478"/>
          <ac:spMkLst>
            <pc:docMk/>
            <pc:sldMk cId="0" sldId="263"/>
            <ac:spMk id="14" creationId="{00000000-0000-0000-0000-000000000000}"/>
          </ac:spMkLst>
        </pc:spChg>
        <pc:spChg chg="del mod">
          <ac:chgData name="Koeberl Dominik - s2410307019" userId="f7caf522-b909-4189-85d4-3adf8f3da9e5" providerId="ADAL" clId="{8290CCCA-FFA0-474A-890E-E9AE421DE76B}" dt="2026-06-18T17:40:54.334" v="2091" actId="478"/>
          <ac:spMkLst>
            <pc:docMk/>
            <pc:sldMk cId="0" sldId="263"/>
            <ac:spMk id="15" creationId="{00000000-0000-0000-0000-000000000000}"/>
          </ac:spMkLst>
        </pc:spChg>
        <pc:picChg chg="add del mod">
          <ac:chgData name="Koeberl Dominik - s2410307019" userId="f7caf522-b909-4189-85d4-3adf8f3da9e5" providerId="ADAL" clId="{8290CCCA-FFA0-474A-890E-E9AE421DE76B}" dt="2026-06-18T17:38:44.714" v="2068" actId="478"/>
          <ac:picMkLst>
            <pc:docMk/>
            <pc:sldMk cId="0" sldId="263"/>
            <ac:picMk id="17" creationId="{5B576B1E-C057-EB99-620C-E2EC534AA9EB}"/>
          </ac:picMkLst>
        </pc:picChg>
        <pc:picChg chg="add mod">
          <ac:chgData name="Koeberl Dominik - s2410307019" userId="f7caf522-b909-4189-85d4-3adf8f3da9e5" providerId="ADAL" clId="{8290CCCA-FFA0-474A-890E-E9AE421DE76B}" dt="2026-06-18T17:48:08.758" v="2216" actId="1076"/>
          <ac:picMkLst>
            <pc:docMk/>
            <pc:sldMk cId="0" sldId="263"/>
            <ac:picMk id="19" creationId="{28B81972-AC11-44E2-C248-8DF5B6E69A7C}"/>
          </ac:picMkLst>
        </pc:picChg>
        <pc:picChg chg="add del mod">
          <ac:chgData name="Koeberl Dominik - s2410307019" userId="f7caf522-b909-4189-85d4-3adf8f3da9e5" providerId="ADAL" clId="{8290CCCA-FFA0-474A-890E-E9AE421DE76B}" dt="2026-06-18T17:42:40.657" v="2103" actId="478"/>
          <ac:picMkLst>
            <pc:docMk/>
            <pc:sldMk cId="0" sldId="263"/>
            <ac:picMk id="21" creationId="{A24DB3F6-D8EE-6587-DAFE-C9B980B4A2AF}"/>
          </ac:picMkLst>
        </pc:picChg>
        <pc:picChg chg="add del mod">
          <ac:chgData name="Koeberl Dominik - s2410307019" userId="f7caf522-b909-4189-85d4-3adf8f3da9e5" providerId="ADAL" clId="{8290CCCA-FFA0-474A-890E-E9AE421DE76B}" dt="2026-06-18T17:43:16.600" v="2122" actId="478"/>
          <ac:picMkLst>
            <pc:docMk/>
            <pc:sldMk cId="0" sldId="263"/>
            <ac:picMk id="23" creationId="{C0C9C4B0-003A-29C5-31E7-1C8BAB234666}"/>
          </ac:picMkLst>
        </pc:picChg>
        <pc:picChg chg="add mod">
          <ac:chgData name="Koeberl Dominik - s2410307019" userId="f7caf522-b909-4189-85d4-3adf8f3da9e5" providerId="ADAL" clId="{8290CCCA-FFA0-474A-890E-E9AE421DE76B}" dt="2026-06-18T17:48:15.671" v="2220" actId="1076"/>
          <ac:picMkLst>
            <pc:docMk/>
            <pc:sldMk cId="0" sldId="263"/>
            <ac:picMk id="25" creationId="{7E17805E-6868-5EB4-F32F-EAE9B4692E64}"/>
          </ac:picMkLst>
        </pc:picChg>
        <pc:picChg chg="add mod">
          <ac:chgData name="Koeberl Dominik - s2410307019" userId="f7caf522-b909-4189-85d4-3adf8f3da9e5" providerId="ADAL" clId="{8290CCCA-FFA0-474A-890E-E9AE421DE76B}" dt="2026-06-18T17:48:10.626" v="2217" actId="1076"/>
          <ac:picMkLst>
            <pc:docMk/>
            <pc:sldMk cId="0" sldId="263"/>
            <ac:picMk id="27" creationId="{52F8FDC7-C449-76BF-1AE0-8D219A05A5A6}"/>
          </ac:picMkLst>
        </pc:picChg>
        <pc:picChg chg="add mod">
          <ac:chgData name="Koeberl Dominik - s2410307019" userId="f7caf522-b909-4189-85d4-3adf8f3da9e5" providerId="ADAL" clId="{8290CCCA-FFA0-474A-890E-E9AE421DE76B}" dt="2026-06-18T17:48:12.875" v="2219" actId="1076"/>
          <ac:picMkLst>
            <pc:docMk/>
            <pc:sldMk cId="0" sldId="263"/>
            <ac:picMk id="29" creationId="{5C91741B-CBC6-E179-A10D-4420474830B2}"/>
          </ac:picMkLst>
        </pc:picChg>
        <pc:picChg chg="add del mod">
          <ac:chgData name="Koeberl Dominik - s2410307019" userId="f7caf522-b909-4189-85d4-3adf8f3da9e5" providerId="ADAL" clId="{8290CCCA-FFA0-474A-890E-E9AE421DE76B}" dt="2026-06-18T17:44:41.619" v="2138" actId="478"/>
          <ac:picMkLst>
            <pc:docMk/>
            <pc:sldMk cId="0" sldId="263"/>
            <ac:picMk id="31" creationId="{C27887F3-1D48-BD26-7097-2E2D3ECD45F3}"/>
          </ac:picMkLst>
        </pc:picChg>
        <pc:picChg chg="add del mod">
          <ac:chgData name="Koeberl Dominik - s2410307019" userId="f7caf522-b909-4189-85d4-3adf8f3da9e5" providerId="ADAL" clId="{8290CCCA-FFA0-474A-890E-E9AE421DE76B}" dt="2026-06-18T17:47:26.274" v="2185" actId="478"/>
          <ac:picMkLst>
            <pc:docMk/>
            <pc:sldMk cId="0" sldId="263"/>
            <ac:picMk id="33" creationId="{50E0C524-F646-086F-A456-20AAE3402BDA}"/>
          </ac:picMkLst>
        </pc:picChg>
        <pc:picChg chg="add del mod">
          <ac:chgData name="Koeberl Dominik - s2410307019" userId="f7caf522-b909-4189-85d4-3adf8f3da9e5" providerId="ADAL" clId="{8290CCCA-FFA0-474A-890E-E9AE421DE76B}" dt="2026-06-18T17:47:10.913" v="2173" actId="478"/>
          <ac:picMkLst>
            <pc:docMk/>
            <pc:sldMk cId="0" sldId="263"/>
            <ac:picMk id="35" creationId="{5C48F660-A097-9897-E3F3-AA5A2D5F1C2D}"/>
          </ac:picMkLst>
        </pc:picChg>
      </pc:sldChg>
      <pc:sldChg chg="addSp delSp modSp add mod ord">
        <pc:chgData name="Koeberl Dominik - s2410307019" userId="f7caf522-b909-4189-85d4-3adf8f3da9e5" providerId="ADAL" clId="{8290CCCA-FFA0-474A-890E-E9AE421DE76B}" dt="2026-06-18T17:30:32.742" v="2048" actId="6549"/>
        <pc:sldMkLst>
          <pc:docMk/>
          <pc:sldMk cId="4128029050" sldId="271"/>
        </pc:sldMkLst>
        <pc:spChg chg="mod">
          <ac:chgData name="Koeberl Dominik - s2410307019" userId="f7caf522-b909-4189-85d4-3adf8f3da9e5" providerId="ADAL" clId="{8290CCCA-FFA0-474A-890E-E9AE421DE76B}" dt="2026-06-18T17:11:05.092" v="89" actId="20577"/>
          <ac:spMkLst>
            <pc:docMk/>
            <pc:sldMk cId="4128029050" sldId="271"/>
            <ac:spMk id="3" creationId="{352D981C-F236-903C-54CD-5B86756F4560}"/>
          </ac:spMkLst>
        </pc:spChg>
        <pc:spChg chg="mod">
          <ac:chgData name="Koeberl Dominik - s2410307019" userId="f7caf522-b909-4189-85d4-3adf8f3da9e5" providerId="ADAL" clId="{8290CCCA-FFA0-474A-890E-E9AE421DE76B}" dt="2026-06-18T17:11:43.783" v="162" actId="20577"/>
          <ac:spMkLst>
            <pc:docMk/>
            <pc:sldMk cId="4128029050" sldId="271"/>
            <ac:spMk id="4" creationId="{8951D11A-ED79-D33C-D120-3F05BD5B071F}"/>
          </ac:spMkLst>
        </pc:spChg>
        <pc:spChg chg="mod">
          <ac:chgData name="Koeberl Dominik - s2410307019" userId="f7caf522-b909-4189-85d4-3adf8f3da9e5" providerId="ADAL" clId="{8290CCCA-FFA0-474A-890E-E9AE421DE76B}" dt="2026-06-18T17:18:30.005" v="764" actId="14100"/>
          <ac:spMkLst>
            <pc:docMk/>
            <pc:sldMk cId="4128029050" sldId="271"/>
            <ac:spMk id="7" creationId="{4A64E6FE-E548-2E4F-22F4-6B7D0C41663B}"/>
          </ac:spMkLst>
        </pc:spChg>
        <pc:spChg chg="mod">
          <ac:chgData name="Koeberl Dominik - s2410307019" userId="f7caf522-b909-4189-85d4-3adf8f3da9e5" providerId="ADAL" clId="{8290CCCA-FFA0-474A-890E-E9AE421DE76B}" dt="2026-06-18T17:18:32.051" v="765" actId="14100"/>
          <ac:spMkLst>
            <pc:docMk/>
            <pc:sldMk cId="4128029050" sldId="271"/>
            <ac:spMk id="8" creationId="{86C495BC-80AE-F824-3AE4-1A39DB8E5B59}"/>
          </ac:spMkLst>
        </pc:spChg>
        <pc:spChg chg="mod">
          <ac:chgData name="Koeberl Dominik - s2410307019" userId="f7caf522-b909-4189-85d4-3adf8f3da9e5" providerId="ADAL" clId="{8290CCCA-FFA0-474A-890E-E9AE421DE76B}" dt="2026-06-18T17:11:38.397" v="148" actId="20577"/>
          <ac:spMkLst>
            <pc:docMk/>
            <pc:sldMk cId="4128029050" sldId="271"/>
            <ac:spMk id="9" creationId="{7498C9B1-B1DB-55F0-E926-4061E5EAFC48}"/>
          </ac:spMkLst>
        </pc:spChg>
        <pc:spChg chg="mod">
          <ac:chgData name="Koeberl Dominik - s2410307019" userId="f7caf522-b909-4189-85d4-3adf8f3da9e5" providerId="ADAL" clId="{8290CCCA-FFA0-474A-890E-E9AE421DE76B}" dt="2026-06-18T17:18:34.409" v="766" actId="14100"/>
          <ac:spMkLst>
            <pc:docMk/>
            <pc:sldMk cId="4128029050" sldId="271"/>
            <ac:spMk id="10" creationId="{09389EC6-8E38-C970-5058-1BB5C33BA019}"/>
          </ac:spMkLst>
        </pc:spChg>
        <pc:spChg chg="mod">
          <ac:chgData name="Koeberl Dominik - s2410307019" userId="f7caf522-b909-4189-85d4-3adf8f3da9e5" providerId="ADAL" clId="{8290CCCA-FFA0-474A-890E-E9AE421DE76B}" dt="2026-06-18T17:18:12.783" v="760" actId="14100"/>
          <ac:spMkLst>
            <pc:docMk/>
            <pc:sldMk cId="4128029050" sldId="271"/>
            <ac:spMk id="11" creationId="{C195B4A9-2EAB-6D10-F504-34009E654ECA}"/>
          </ac:spMkLst>
        </pc:spChg>
        <pc:spChg chg="mod">
          <ac:chgData name="Koeberl Dominik - s2410307019" userId="f7caf522-b909-4189-85d4-3adf8f3da9e5" providerId="ADAL" clId="{8290CCCA-FFA0-474A-890E-E9AE421DE76B}" dt="2026-06-18T17:18:18.616" v="762" actId="14100"/>
          <ac:spMkLst>
            <pc:docMk/>
            <pc:sldMk cId="4128029050" sldId="271"/>
            <ac:spMk id="12" creationId="{22EDFD0F-AC72-7211-4843-0D2F77A2AC06}"/>
          </ac:spMkLst>
        </pc:spChg>
        <pc:spChg chg="mod">
          <ac:chgData name="Koeberl Dominik - s2410307019" userId="f7caf522-b909-4189-85d4-3adf8f3da9e5" providerId="ADAL" clId="{8290CCCA-FFA0-474A-890E-E9AE421DE76B}" dt="2026-06-18T17:22:09.351" v="1303" actId="1076"/>
          <ac:spMkLst>
            <pc:docMk/>
            <pc:sldMk cId="4128029050" sldId="271"/>
            <ac:spMk id="13" creationId="{51E86344-7973-DF22-A2F1-A3CD79762303}"/>
          </ac:spMkLst>
        </pc:spChg>
        <pc:spChg chg="mod">
          <ac:chgData name="Koeberl Dominik - s2410307019" userId="f7caf522-b909-4189-85d4-3adf8f3da9e5" providerId="ADAL" clId="{8290CCCA-FFA0-474A-890E-E9AE421DE76B}" dt="2026-06-18T17:30:32.742" v="2048" actId="6549"/>
          <ac:spMkLst>
            <pc:docMk/>
            <pc:sldMk cId="4128029050" sldId="271"/>
            <ac:spMk id="14" creationId="{5E27E735-D8E6-DC2A-25F9-7670500018C7}"/>
          </ac:spMkLst>
        </pc:spChg>
        <pc:spChg chg="del">
          <ac:chgData name="Koeberl Dominik - s2410307019" userId="f7caf522-b909-4189-85d4-3adf8f3da9e5" providerId="ADAL" clId="{8290CCCA-FFA0-474A-890E-E9AE421DE76B}" dt="2026-06-18T17:13:38.652" v="355" actId="478"/>
          <ac:spMkLst>
            <pc:docMk/>
            <pc:sldMk cId="4128029050" sldId="271"/>
            <ac:spMk id="15" creationId="{2ABEA0B0-C5ED-CEBF-A626-56AF0B4AF00D}"/>
          </ac:spMkLst>
        </pc:spChg>
        <pc:spChg chg="del">
          <ac:chgData name="Koeberl Dominik - s2410307019" userId="f7caf522-b909-4189-85d4-3adf8f3da9e5" providerId="ADAL" clId="{8290CCCA-FFA0-474A-890E-E9AE421DE76B}" dt="2026-06-18T17:13:38.076" v="354" actId="478"/>
          <ac:spMkLst>
            <pc:docMk/>
            <pc:sldMk cId="4128029050" sldId="271"/>
            <ac:spMk id="16" creationId="{819CED65-8271-59D0-6DB8-009BF50CF1F1}"/>
          </ac:spMkLst>
        </pc:spChg>
        <pc:spChg chg="del">
          <ac:chgData name="Koeberl Dominik - s2410307019" userId="f7caf522-b909-4189-85d4-3adf8f3da9e5" providerId="ADAL" clId="{8290CCCA-FFA0-474A-890E-E9AE421DE76B}" dt="2026-06-18T17:13:37.656" v="353" actId="478"/>
          <ac:spMkLst>
            <pc:docMk/>
            <pc:sldMk cId="4128029050" sldId="271"/>
            <ac:spMk id="17" creationId="{59B362F5-2D0E-1E0A-BD72-5C53415F8FB6}"/>
          </ac:spMkLst>
        </pc:spChg>
        <pc:spChg chg="del mod">
          <ac:chgData name="Koeberl Dominik - s2410307019" userId="f7caf522-b909-4189-85d4-3adf8f3da9e5" providerId="ADAL" clId="{8290CCCA-FFA0-474A-890E-E9AE421DE76B}" dt="2026-06-18T17:13:40.370" v="357" actId="478"/>
          <ac:spMkLst>
            <pc:docMk/>
            <pc:sldMk cId="4128029050" sldId="271"/>
            <ac:spMk id="18" creationId="{BFEE1602-FFB8-2477-31CB-55BBE265673F}"/>
          </ac:spMkLst>
        </pc:spChg>
        <pc:spChg chg="add del">
          <ac:chgData name="Koeberl Dominik - s2410307019" userId="f7caf522-b909-4189-85d4-3adf8f3da9e5" providerId="ADAL" clId="{8290CCCA-FFA0-474A-890E-E9AE421DE76B}" dt="2026-06-18T17:17:47.433" v="733" actId="478"/>
          <ac:spMkLst>
            <pc:docMk/>
            <pc:sldMk cId="4128029050" sldId="271"/>
            <ac:spMk id="19" creationId="{C075A04B-17C4-65CD-61F0-EA53CAF36290}"/>
          </ac:spMkLst>
        </pc:spChg>
        <pc:spChg chg="add del mod">
          <ac:chgData name="Koeberl Dominik - s2410307019" userId="f7caf522-b909-4189-85d4-3adf8f3da9e5" providerId="ADAL" clId="{8290CCCA-FFA0-474A-890E-E9AE421DE76B}" dt="2026-06-18T17:18:52.638" v="804" actId="20577"/>
          <ac:spMkLst>
            <pc:docMk/>
            <pc:sldMk cId="4128029050" sldId="271"/>
            <ac:spMk id="20" creationId="{585DA438-B009-69B0-8381-7E00BD63FB18}"/>
          </ac:spMkLst>
        </pc:spChg>
        <pc:spChg chg="add del mod">
          <ac:chgData name="Koeberl Dominik - s2410307019" userId="f7caf522-b909-4189-85d4-3adf8f3da9e5" providerId="ADAL" clId="{8290CCCA-FFA0-474A-890E-E9AE421DE76B}" dt="2026-06-18T17:21:54.468" v="1302" actId="113"/>
          <ac:spMkLst>
            <pc:docMk/>
            <pc:sldMk cId="4128029050" sldId="271"/>
            <ac:spMk id="21" creationId="{42E84B0C-6960-96F1-98DA-C1F8827E443B}"/>
          </ac:spMkLst>
        </pc:spChg>
      </pc:sldChg>
      <pc:sldChg chg="addSp delSp modSp add mod ord">
        <pc:chgData name="Koeberl Dominik - s2410307019" userId="f7caf522-b909-4189-85d4-3adf8f3da9e5" providerId="ADAL" clId="{8290CCCA-FFA0-474A-890E-E9AE421DE76B}" dt="2026-06-18T17:30:52.429" v="2060" actId="20577"/>
        <pc:sldMkLst>
          <pc:docMk/>
          <pc:sldMk cId="3353050131" sldId="272"/>
        </pc:sldMkLst>
        <pc:spChg chg="mod">
          <ac:chgData name="Koeberl Dominik - s2410307019" userId="f7caf522-b909-4189-85d4-3adf8f3da9e5" providerId="ADAL" clId="{8290CCCA-FFA0-474A-890E-E9AE421DE76B}" dt="2026-06-18T17:22:33.906" v="1335" actId="20577"/>
          <ac:spMkLst>
            <pc:docMk/>
            <pc:sldMk cId="3353050131" sldId="272"/>
            <ac:spMk id="3" creationId="{1D3521F5-7DD2-83CB-500B-3313024767F3}"/>
          </ac:spMkLst>
        </pc:spChg>
        <pc:spChg chg="mod">
          <ac:chgData name="Koeberl Dominik - s2410307019" userId="f7caf522-b909-4189-85d4-3adf8f3da9e5" providerId="ADAL" clId="{8290CCCA-FFA0-474A-890E-E9AE421DE76B}" dt="2026-06-18T17:22:40.302" v="1361" actId="20577"/>
          <ac:spMkLst>
            <pc:docMk/>
            <pc:sldMk cId="3353050131" sldId="272"/>
            <ac:spMk id="4" creationId="{56879744-1A23-A521-5791-19A64723C98E}"/>
          </ac:spMkLst>
        </pc:spChg>
        <pc:spChg chg="mod">
          <ac:chgData name="Koeberl Dominik - s2410307019" userId="f7caf522-b909-4189-85d4-3adf8f3da9e5" providerId="ADAL" clId="{8290CCCA-FFA0-474A-890E-E9AE421DE76B}" dt="2026-06-18T17:23:17.514" v="1425" actId="14100"/>
          <ac:spMkLst>
            <pc:docMk/>
            <pc:sldMk cId="3353050131" sldId="272"/>
            <ac:spMk id="7" creationId="{B1957DAB-D3CB-4D7C-0127-2D3AC0C29BC5}"/>
          </ac:spMkLst>
        </pc:spChg>
        <pc:spChg chg="mod">
          <ac:chgData name="Koeberl Dominik - s2410307019" userId="f7caf522-b909-4189-85d4-3adf8f3da9e5" providerId="ADAL" clId="{8290CCCA-FFA0-474A-890E-E9AE421DE76B}" dt="2026-06-18T17:23:19.255" v="1426" actId="20577"/>
          <ac:spMkLst>
            <pc:docMk/>
            <pc:sldMk cId="3353050131" sldId="272"/>
            <ac:spMk id="9" creationId="{7E41D9F2-D399-4787-11F7-4E067DF3FE43}"/>
          </ac:spMkLst>
        </pc:spChg>
        <pc:spChg chg="mod">
          <ac:chgData name="Koeberl Dominik - s2410307019" userId="f7caf522-b909-4189-85d4-3adf8f3da9e5" providerId="ADAL" clId="{8290CCCA-FFA0-474A-890E-E9AE421DE76B}" dt="2026-06-18T17:30:40.092" v="2052" actId="20577"/>
          <ac:spMkLst>
            <pc:docMk/>
            <pc:sldMk cId="3353050131" sldId="272"/>
            <ac:spMk id="10" creationId="{29E973FA-ED7B-548C-93BA-61C0B2888E87}"/>
          </ac:spMkLst>
        </pc:spChg>
        <pc:spChg chg="mod">
          <ac:chgData name="Koeberl Dominik - s2410307019" userId="f7caf522-b909-4189-85d4-3adf8f3da9e5" providerId="ADAL" clId="{8290CCCA-FFA0-474A-890E-E9AE421DE76B}" dt="2026-06-18T17:23:50.398" v="1515" actId="14100"/>
          <ac:spMkLst>
            <pc:docMk/>
            <pc:sldMk cId="3353050131" sldId="272"/>
            <ac:spMk id="11" creationId="{F4E8937B-784F-1A8A-F422-BFAEA4A07E51}"/>
          </ac:spMkLst>
        </pc:spChg>
        <pc:spChg chg="mod">
          <ac:chgData name="Koeberl Dominik - s2410307019" userId="f7caf522-b909-4189-85d4-3adf8f3da9e5" providerId="ADAL" clId="{8290CCCA-FFA0-474A-890E-E9AE421DE76B}" dt="2026-06-18T17:23:30.573" v="1455" actId="20577"/>
          <ac:spMkLst>
            <pc:docMk/>
            <pc:sldMk cId="3353050131" sldId="272"/>
            <ac:spMk id="13" creationId="{B005B3F8-B758-4143-16F7-03A963D03801}"/>
          </ac:spMkLst>
        </pc:spChg>
        <pc:spChg chg="mod">
          <ac:chgData name="Koeberl Dominik - s2410307019" userId="f7caf522-b909-4189-85d4-3adf8f3da9e5" providerId="ADAL" clId="{8290CCCA-FFA0-474A-890E-E9AE421DE76B}" dt="2026-06-18T17:30:48.596" v="2057" actId="6549"/>
          <ac:spMkLst>
            <pc:docMk/>
            <pc:sldMk cId="3353050131" sldId="272"/>
            <ac:spMk id="14" creationId="{125A3473-A8C7-1701-AE50-54B7946AB82D}"/>
          </ac:spMkLst>
        </pc:spChg>
        <pc:spChg chg="mod">
          <ac:chgData name="Koeberl Dominik - s2410307019" userId="f7caf522-b909-4189-85d4-3adf8f3da9e5" providerId="ADAL" clId="{8290CCCA-FFA0-474A-890E-E9AE421DE76B}" dt="2026-06-18T17:24:15.591" v="1572" actId="14100"/>
          <ac:spMkLst>
            <pc:docMk/>
            <pc:sldMk cId="3353050131" sldId="272"/>
            <ac:spMk id="15" creationId="{CC28FD46-0783-24DF-B042-5BD0D0D4BA70}"/>
          </ac:spMkLst>
        </pc:spChg>
        <pc:spChg chg="mod">
          <ac:chgData name="Koeberl Dominik - s2410307019" userId="f7caf522-b909-4189-85d4-3adf8f3da9e5" providerId="ADAL" clId="{8290CCCA-FFA0-474A-890E-E9AE421DE76B}" dt="2026-06-18T17:23:59.503" v="1533" actId="20577"/>
          <ac:spMkLst>
            <pc:docMk/>
            <pc:sldMk cId="3353050131" sldId="272"/>
            <ac:spMk id="17" creationId="{4B54F856-75ED-0520-0507-2ECFC5284BA5}"/>
          </ac:spMkLst>
        </pc:spChg>
        <pc:spChg chg="mod">
          <ac:chgData name="Koeberl Dominik - s2410307019" userId="f7caf522-b909-4189-85d4-3adf8f3da9e5" providerId="ADAL" clId="{8290CCCA-FFA0-474A-890E-E9AE421DE76B}" dt="2026-06-18T17:30:52.429" v="2060" actId="20577"/>
          <ac:spMkLst>
            <pc:docMk/>
            <pc:sldMk cId="3353050131" sldId="272"/>
            <ac:spMk id="18" creationId="{C30EAB9B-0AE0-43BF-0693-F4DEDEB2228E}"/>
          </ac:spMkLst>
        </pc:spChg>
        <pc:spChg chg="del">
          <ac:chgData name="Koeberl Dominik - s2410307019" userId="f7caf522-b909-4189-85d4-3adf8f3da9e5" providerId="ADAL" clId="{8290CCCA-FFA0-474A-890E-E9AE421DE76B}" dt="2026-06-18T17:30:01.933" v="2043" actId="478"/>
          <ac:spMkLst>
            <pc:docMk/>
            <pc:sldMk cId="3353050131" sldId="272"/>
            <ac:spMk id="19" creationId="{8235A547-992E-2057-D293-3C53AE2BF72F}"/>
          </ac:spMkLst>
        </pc:spChg>
        <pc:spChg chg="del">
          <ac:chgData name="Koeberl Dominik - s2410307019" userId="f7caf522-b909-4189-85d4-3adf8f3da9e5" providerId="ADAL" clId="{8290CCCA-FFA0-474A-890E-E9AE421DE76B}" dt="2026-06-18T17:30:00.960" v="2042" actId="478"/>
          <ac:spMkLst>
            <pc:docMk/>
            <pc:sldMk cId="3353050131" sldId="272"/>
            <ac:spMk id="20" creationId="{06CD87B0-836A-3D7B-9333-97952F55518C}"/>
          </ac:spMkLst>
        </pc:spChg>
        <pc:spChg chg="del mod">
          <ac:chgData name="Koeberl Dominik - s2410307019" userId="f7caf522-b909-4189-85d4-3adf8f3da9e5" providerId="ADAL" clId="{8290CCCA-FFA0-474A-890E-E9AE421DE76B}" dt="2026-06-18T17:30:03.526" v="2045" actId="478"/>
          <ac:spMkLst>
            <pc:docMk/>
            <pc:sldMk cId="3353050131" sldId="272"/>
            <ac:spMk id="21" creationId="{674F5565-044C-DBAA-2EF6-D116D370D3E5}"/>
          </ac:spMkLst>
        </pc:spChg>
        <pc:spChg chg="add mod">
          <ac:chgData name="Koeberl Dominik - s2410307019" userId="f7caf522-b909-4189-85d4-3adf8f3da9e5" providerId="ADAL" clId="{8290CCCA-FFA0-474A-890E-E9AE421DE76B}" dt="2026-06-18T17:28:35.685" v="1947" actId="207"/>
          <ac:spMkLst>
            <pc:docMk/>
            <pc:sldMk cId="3353050131" sldId="272"/>
            <ac:spMk id="22" creationId="{1878C9B9-0E88-D77C-87FD-C976BB9C4505}"/>
          </ac:spMkLst>
        </pc:spChg>
        <pc:spChg chg="add mod">
          <ac:chgData name="Koeberl Dominik - s2410307019" userId="f7caf522-b909-4189-85d4-3adf8f3da9e5" providerId="ADAL" clId="{8290CCCA-FFA0-474A-890E-E9AE421DE76B}" dt="2026-06-18T17:28:15.932" v="1945" actId="207"/>
          <ac:spMkLst>
            <pc:docMk/>
            <pc:sldMk cId="3353050131" sldId="272"/>
            <ac:spMk id="23" creationId="{685FAD7B-4ED2-33C7-9E3C-28B55A1611D1}"/>
          </ac:spMkLst>
        </pc:spChg>
        <pc:spChg chg="add mod">
          <ac:chgData name="Koeberl Dominik - s2410307019" userId="f7caf522-b909-4189-85d4-3adf8f3da9e5" providerId="ADAL" clId="{8290CCCA-FFA0-474A-890E-E9AE421DE76B}" dt="2026-06-18T17:24:54.593" v="1593" actId="20577"/>
          <ac:spMkLst>
            <pc:docMk/>
            <pc:sldMk cId="3353050131" sldId="272"/>
            <ac:spMk id="24" creationId="{4A9B7C63-C6A9-5C85-A8ED-778A6FEF8048}"/>
          </ac:spMkLst>
        </pc:spChg>
        <pc:spChg chg="add del mod">
          <ac:chgData name="Koeberl Dominik - s2410307019" userId="f7caf522-b909-4189-85d4-3adf8f3da9e5" providerId="ADAL" clId="{8290CCCA-FFA0-474A-890E-E9AE421DE76B}" dt="2026-06-18T17:24:41.411" v="1578" actId="478"/>
          <ac:spMkLst>
            <pc:docMk/>
            <pc:sldMk cId="3353050131" sldId="272"/>
            <ac:spMk id="25" creationId="{A0AF6B8F-60C0-70EB-4A23-931A5B227A46}"/>
          </ac:spMkLst>
        </pc:spChg>
        <pc:spChg chg="add del mod">
          <ac:chgData name="Koeberl Dominik - s2410307019" userId="f7caf522-b909-4189-85d4-3adf8f3da9e5" providerId="ADAL" clId="{8290CCCA-FFA0-474A-890E-E9AE421DE76B}" dt="2026-06-18T17:24:41.411" v="1578" actId="478"/>
          <ac:spMkLst>
            <pc:docMk/>
            <pc:sldMk cId="3353050131" sldId="272"/>
            <ac:spMk id="26" creationId="{D5C48A67-0282-169F-3474-9D61D85F334B}"/>
          </ac:spMkLst>
        </pc:spChg>
        <pc:spChg chg="add mod">
          <ac:chgData name="Koeberl Dominik - s2410307019" userId="f7caf522-b909-4189-85d4-3adf8f3da9e5" providerId="ADAL" clId="{8290CCCA-FFA0-474A-890E-E9AE421DE76B}" dt="2026-06-18T17:30:41.418" v="2053" actId="6549"/>
          <ac:spMkLst>
            <pc:docMk/>
            <pc:sldMk cId="3353050131" sldId="272"/>
            <ac:spMk id="27" creationId="{F62CD6F1-9EDB-8B9B-B2FA-4AE0024F0936}"/>
          </ac:spMkLst>
        </pc:spChg>
        <pc:spChg chg="add mod">
          <ac:chgData name="Koeberl Dominik - s2410307019" userId="f7caf522-b909-4189-85d4-3adf8f3da9e5" providerId="ADAL" clId="{8290CCCA-FFA0-474A-890E-E9AE421DE76B}" dt="2026-06-18T17:29:03.996" v="1952" actId="207"/>
          <ac:spMkLst>
            <pc:docMk/>
            <pc:sldMk cId="3353050131" sldId="272"/>
            <ac:spMk id="28" creationId="{8271E6BC-7AA6-6CB4-6425-B46CDD9EBACC}"/>
          </ac:spMkLst>
        </pc:spChg>
        <pc:spChg chg="add mod">
          <ac:chgData name="Koeberl Dominik - s2410307019" userId="f7caf522-b909-4189-85d4-3adf8f3da9e5" providerId="ADAL" clId="{8290CCCA-FFA0-474A-890E-E9AE421DE76B}" dt="2026-06-18T17:29:08.661" v="1953" actId="207"/>
          <ac:spMkLst>
            <pc:docMk/>
            <pc:sldMk cId="3353050131" sldId="272"/>
            <ac:spMk id="29" creationId="{311A1F5A-A0E4-55AB-198C-AFFA68C5C8B9}"/>
          </ac:spMkLst>
        </pc:spChg>
        <pc:spChg chg="add mod">
          <ac:chgData name="Koeberl Dominik - s2410307019" userId="f7caf522-b909-4189-85d4-3adf8f3da9e5" providerId="ADAL" clId="{8290CCCA-FFA0-474A-890E-E9AE421DE76B}" dt="2026-06-18T17:29:16.468" v="1969" actId="20577"/>
          <ac:spMkLst>
            <pc:docMk/>
            <pc:sldMk cId="3353050131" sldId="272"/>
            <ac:spMk id="30" creationId="{9019C8A4-E2D9-F462-8F64-3796B16AE442}"/>
          </ac:spMkLst>
        </pc:spChg>
        <pc:spChg chg="add mod">
          <ac:chgData name="Koeberl Dominik - s2410307019" userId="f7caf522-b909-4189-85d4-3adf8f3da9e5" providerId="ADAL" clId="{8290CCCA-FFA0-474A-890E-E9AE421DE76B}" dt="2026-06-18T17:29:59.235" v="2041" actId="20577"/>
          <ac:spMkLst>
            <pc:docMk/>
            <pc:sldMk cId="3353050131" sldId="272"/>
            <ac:spMk id="31" creationId="{0FE0646D-9D38-E405-AB0F-559637DC3EF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291840"/>
            <a:ext cx="12188952" cy="73152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364992"/>
            <a:ext cx="12188952" cy="36576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Single-Agent vs. Multi-Agent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BD7F0"/>
                </a:solidFill>
              </a:rPr>
              <a:t>KI-gestützte Software-Entwicklung im Vergleich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DDEEFF"/>
                </a:solidFill>
              </a:rPr>
              <a:t>Entwicklung einer E-Commerce-Applikation mit GPT-5.5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6400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C81"/>
                </a:solidFill>
              </a:rPr>
              <a:t>Sebastian Moser  ·  </a:t>
            </a:r>
            <a:r>
              <a:rPr lang="de-AT" sz="1500" b="1" i="0">
                <a:solidFill>
                  <a:srgbClr val="0F4C81"/>
                </a:solidFill>
              </a:rPr>
              <a:t>Dominik </a:t>
            </a:r>
            <a:r>
              <a:rPr sz="1500" b="1" i="0">
                <a:solidFill>
                  <a:srgbClr val="0F4C81"/>
                </a:solidFill>
              </a:rPr>
              <a:t>K</a:t>
            </a:r>
            <a:r>
              <a:rPr lang="de-AT" sz="1500" b="1" i="0">
                <a:solidFill>
                  <a:srgbClr val="0F4C81"/>
                </a:solidFill>
              </a:rPr>
              <a:t>ö</a:t>
            </a:r>
            <a:r>
              <a:rPr lang="de-AT" sz="1500" b="1" i="0" err="1">
                <a:solidFill>
                  <a:srgbClr val="0F4C81"/>
                </a:solidFill>
              </a:rPr>
              <a:t>berl</a:t>
            </a:r>
            <a:endParaRPr sz="1500" b="1" i="0">
              <a:solidFill>
                <a:srgbClr val="0F4C8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KIS4 Projekt  ·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3657600"/>
            <a:ext cx="3383280" cy="2834640"/>
          </a:xfrm>
          <a:prstGeom prst="rect">
            <a:avLst/>
          </a:prstGeom>
          <a:solidFill>
            <a:srgbClr val="E8F4FD"/>
          </a:solidFill>
          <a:ln w="12700">
            <a:solidFill>
              <a:srgbClr val="1A7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49640" y="37490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4C81"/>
                </a:solidFill>
              </a:rPr>
              <a:t>Auf einen Blick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160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4C81"/>
                </a:solidFill>
              </a:rPr>
              <a:t>GPT-5.5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41655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Modell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70915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4C81"/>
                </a:solidFill>
              </a:rPr>
              <a:t>FastAPI + SQLite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96519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5257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4C81"/>
                </a:solidFill>
              </a:rPr>
              <a:t>72 vs. 21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551383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Testanzahl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5806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4C81"/>
                </a:solidFill>
              </a:rPr>
              <a:t>$11.25 vs. $2.44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606247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Kosten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02920" cy="438912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399032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AT" sz="1600" b="0" i="0" dirty="0">
                <a:solidFill>
                  <a:srgbClr val="444444"/>
                </a:solidFill>
              </a:rPr>
              <a:t>Prompt Engineering &amp; Orchestrierung von KI-Modellen</a:t>
            </a:r>
            <a:endParaRPr sz="1600" b="0" i="0" dirty="0">
              <a:solidFill>
                <a:srgbClr val="444444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2002536"/>
            <a:ext cx="502920" cy="438912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066543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075688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AT" sz="1600" b="0" i="0">
                <a:solidFill>
                  <a:srgbClr val="444444"/>
                </a:solidFill>
              </a:rPr>
              <a:t>Projektziel &amp; Verlauf</a:t>
            </a:r>
            <a:endParaRPr sz="1600" b="0" i="0">
              <a:solidFill>
                <a:srgbClr val="444444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2679191"/>
            <a:ext cx="502920" cy="438912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743199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75234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LangGraph-Konzept, Workflow &amp; Orchestrator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55848"/>
            <a:ext cx="502920" cy="438912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41985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429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Multi-Agent Architektur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32504"/>
            <a:ext cx="502920" cy="438912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09651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10565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Die fertigen Applikationen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09160"/>
            <a:ext cx="502920" cy="438912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77316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7823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Ergebnisse &amp; Vergleich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85816"/>
            <a:ext cx="502920" cy="438912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544982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43131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AT" sz="1600" dirty="0">
                <a:solidFill>
                  <a:srgbClr val="444444"/>
                </a:solidFill>
              </a:rPr>
              <a:t>Fazit &amp; </a:t>
            </a:r>
            <a:r>
              <a:rPr lang="de-AT" sz="1600" dirty="0" err="1">
                <a:solidFill>
                  <a:srgbClr val="444444"/>
                </a:solidFill>
              </a:rPr>
              <a:t>Lessons</a:t>
            </a:r>
            <a:r>
              <a:rPr lang="de-AT" sz="1600" dirty="0">
                <a:solidFill>
                  <a:srgbClr val="444444"/>
                </a:solidFill>
              </a:rPr>
              <a:t> Learned</a:t>
            </a:r>
            <a:endParaRPr sz="1600" b="0" i="0" dirty="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7637B-E60E-86AB-38FC-8AF4FEA9B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50CD46-7283-C48B-D93A-B3AA70B5A4ED}"/>
              </a:ext>
            </a:extLst>
          </p:cNvPr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521F5-7DD2-83CB-500B-3313024767F3}"/>
              </a:ext>
            </a:extLst>
          </p:cNvPr>
          <p:cNvSpPr txBox="1"/>
          <p:nvPr/>
        </p:nvSpPr>
        <p:spPr>
          <a:xfrm>
            <a:off x="274320" y="9144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AT" sz="2800" b="1" i="0">
                <a:solidFill>
                  <a:srgbClr val="FFFFFF"/>
                </a:solidFill>
              </a:rPr>
              <a:t>Prompt Engineering Strategien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879744-1A23-A521-5791-19A64723C98E}"/>
              </a:ext>
            </a:extLst>
          </p:cNvPr>
          <p:cNvSpPr txBox="1"/>
          <p:nvPr/>
        </p:nvSpPr>
        <p:spPr>
          <a:xfrm>
            <a:off x="274320" y="685800"/>
            <a:ext cx="1143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AT" sz="1300" b="0" i="1">
                <a:solidFill>
                  <a:srgbClr val="BBD7F0"/>
                </a:solidFill>
              </a:rPr>
              <a:t>Welche Strategien gibt es?</a:t>
            </a:r>
            <a:endParaRPr sz="1300" b="0" i="1">
              <a:solidFill>
                <a:srgbClr val="BBD7F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96B573-965B-396A-20FB-54919E8C9B09}"/>
              </a:ext>
            </a:extLst>
          </p:cNvPr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5894DA-8C49-2CB2-D85C-23651C890607}"/>
              </a:ext>
            </a:extLst>
          </p:cNvPr>
          <p:cNvSpPr txBox="1"/>
          <p:nvPr/>
        </p:nvSpPr>
        <p:spPr>
          <a:xfrm>
            <a:off x="11704320" y="649224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AT" sz="1000" b="0" i="0">
                <a:solidFill>
                  <a:srgbClr val="AAAAAA"/>
                </a:solidFill>
              </a:rPr>
              <a:t>3</a:t>
            </a:r>
            <a:endParaRPr sz="1000" b="0" i="0">
              <a:solidFill>
                <a:srgbClr val="AAAAAA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957DAB-D3CB-4D7C-0127-2D3AC0C29BC5}"/>
              </a:ext>
            </a:extLst>
          </p:cNvPr>
          <p:cNvSpPr/>
          <p:nvPr/>
        </p:nvSpPr>
        <p:spPr>
          <a:xfrm>
            <a:off x="365760" y="1280160"/>
            <a:ext cx="3657600" cy="1697990"/>
          </a:xfrm>
          <a:prstGeom prst="rect">
            <a:avLst/>
          </a:prstGeom>
          <a:solidFill>
            <a:srgbClr val="E8F4FD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981B5C-96B1-E48C-8B43-F6DFE4913098}"/>
              </a:ext>
            </a:extLst>
          </p:cNvPr>
          <p:cNvSpPr/>
          <p:nvPr/>
        </p:nvSpPr>
        <p:spPr>
          <a:xfrm>
            <a:off x="365760" y="1280160"/>
            <a:ext cx="3657600" cy="4114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41D9F2-D399-4787-11F7-4E067DF3FE43}"/>
              </a:ext>
            </a:extLst>
          </p:cNvPr>
          <p:cNvSpPr txBox="1"/>
          <p:nvPr/>
        </p:nvSpPr>
        <p:spPr>
          <a:xfrm>
            <a:off x="502920" y="13441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AT" sz="1400" b="1" i="0">
                <a:solidFill>
                  <a:srgbClr val="FFFFFF"/>
                </a:solidFill>
              </a:rPr>
              <a:t>Zero-Shot </a:t>
            </a:r>
            <a:r>
              <a:rPr lang="de-AT" sz="1400" b="1" i="0" err="1">
                <a:solidFill>
                  <a:srgbClr val="FFFFFF"/>
                </a:solidFill>
              </a:rPr>
              <a:t>Prompting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E973FA-ED7B-548C-93BA-61C0B2888E87}"/>
              </a:ext>
            </a:extLst>
          </p:cNvPr>
          <p:cNvSpPr txBox="1"/>
          <p:nvPr/>
        </p:nvSpPr>
        <p:spPr>
          <a:xfrm>
            <a:off x="502920" y="1737360"/>
            <a:ext cx="3383280" cy="512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</a:t>
            </a:r>
            <a:r>
              <a:rPr lang="de-AT" sz="1200">
                <a:solidFill>
                  <a:srgbClr val="444444"/>
                </a:solidFill>
              </a:rPr>
              <a:t>Aufgabe ohne vorherige Beispiele</a:t>
            </a:r>
          </a:p>
          <a:p>
            <a:pPr>
              <a:spcBef>
                <a:spcPts val="400"/>
              </a:spcBef>
            </a:pPr>
            <a:r>
              <a:rPr lang="de-AT" sz="1200">
                <a:solidFill>
                  <a:srgbClr val="444444"/>
                </a:solidFill>
              </a:rPr>
              <a:t>• Testet Vorwissen des Modells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E8937B-784F-1A8A-F422-BFAEA4A07E51}"/>
              </a:ext>
            </a:extLst>
          </p:cNvPr>
          <p:cNvSpPr/>
          <p:nvPr/>
        </p:nvSpPr>
        <p:spPr>
          <a:xfrm>
            <a:off x="4297680" y="1280160"/>
            <a:ext cx="3657600" cy="1697990"/>
          </a:xfrm>
          <a:prstGeom prst="rect">
            <a:avLst/>
          </a:prstGeom>
          <a:solidFill>
            <a:srgbClr val="E6F5EC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F15C36-35DB-50A3-97DB-9C608964FEF7}"/>
              </a:ext>
            </a:extLst>
          </p:cNvPr>
          <p:cNvSpPr/>
          <p:nvPr/>
        </p:nvSpPr>
        <p:spPr>
          <a:xfrm>
            <a:off x="4297680" y="1280160"/>
            <a:ext cx="3657600" cy="41148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05B3F8-B758-4143-16F7-03A963D03801}"/>
              </a:ext>
            </a:extLst>
          </p:cNvPr>
          <p:cNvSpPr txBox="1"/>
          <p:nvPr/>
        </p:nvSpPr>
        <p:spPr>
          <a:xfrm>
            <a:off x="4434840" y="13441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AT" sz="1400" b="1" i="0">
                <a:solidFill>
                  <a:srgbClr val="FFFFFF"/>
                </a:solidFill>
              </a:rPr>
              <a:t>Single-Shot </a:t>
            </a:r>
            <a:r>
              <a:rPr lang="de-AT" sz="1400" b="1" i="0" err="1">
                <a:solidFill>
                  <a:srgbClr val="FFFFFF"/>
                </a:solidFill>
              </a:rPr>
              <a:t>Prompting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5A3473-A8C7-1701-AE50-54B7946AB82D}"/>
              </a:ext>
            </a:extLst>
          </p:cNvPr>
          <p:cNvSpPr txBox="1"/>
          <p:nvPr/>
        </p:nvSpPr>
        <p:spPr>
          <a:xfrm>
            <a:off x="4343400" y="1706771"/>
            <a:ext cx="3520440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</a:t>
            </a:r>
            <a:r>
              <a:rPr lang="de-AT" sz="1200">
                <a:solidFill>
                  <a:srgbClr val="444444"/>
                </a:solidFill>
              </a:rPr>
              <a:t>Bereitstellung von genau einem Beispiel im Prompt</a:t>
            </a:r>
          </a:p>
          <a:p>
            <a:pPr>
              <a:spcBef>
                <a:spcPts val="400"/>
              </a:spcBef>
            </a:pPr>
            <a:r>
              <a:rPr lang="de-DE" sz="1200">
                <a:solidFill>
                  <a:srgbClr val="444444"/>
                </a:solidFill>
              </a:rPr>
              <a:t>• Ausgabeformat verdeutlichen</a:t>
            </a:r>
          </a:p>
          <a:p>
            <a:pPr>
              <a:spcBef>
                <a:spcPts val="400"/>
              </a:spcBef>
            </a:pPr>
            <a:r>
              <a:rPr lang="de-DE" sz="1200">
                <a:solidFill>
                  <a:srgbClr val="444444"/>
                </a:solidFill>
              </a:rPr>
              <a:t>• Lösungsstil verdeutlichen</a:t>
            </a:r>
          </a:p>
          <a:p>
            <a:pPr>
              <a:spcBef>
                <a:spcPts val="400"/>
              </a:spcBef>
            </a:pPr>
            <a:endParaRPr lang="de-AT" sz="120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endParaRPr sz="1200">
              <a:solidFill>
                <a:srgbClr val="444444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28FD46-0783-24DF-B042-5BD0D0D4BA70}"/>
              </a:ext>
            </a:extLst>
          </p:cNvPr>
          <p:cNvSpPr/>
          <p:nvPr/>
        </p:nvSpPr>
        <p:spPr>
          <a:xfrm>
            <a:off x="8229600" y="1280160"/>
            <a:ext cx="3657600" cy="1697990"/>
          </a:xfrm>
          <a:prstGeom prst="rect">
            <a:avLst/>
          </a:prstGeom>
          <a:solidFill>
            <a:srgbClr val="FDF0E0"/>
          </a:solidFill>
          <a:ln w="19050">
            <a:solidFill>
              <a:srgbClr val="E8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FDAD49-21F2-A2F9-2248-851F9C517E66}"/>
              </a:ext>
            </a:extLst>
          </p:cNvPr>
          <p:cNvSpPr/>
          <p:nvPr/>
        </p:nvSpPr>
        <p:spPr>
          <a:xfrm>
            <a:off x="8229600" y="1280160"/>
            <a:ext cx="3657600" cy="41148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54F856-75ED-0520-0507-2ECFC5284BA5}"/>
              </a:ext>
            </a:extLst>
          </p:cNvPr>
          <p:cNvSpPr txBox="1"/>
          <p:nvPr/>
        </p:nvSpPr>
        <p:spPr>
          <a:xfrm>
            <a:off x="8366760" y="13441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AT" sz="1400" b="1" i="0">
                <a:solidFill>
                  <a:srgbClr val="FFFFFF"/>
                </a:solidFill>
              </a:rPr>
              <a:t>Few-Shot </a:t>
            </a:r>
            <a:r>
              <a:rPr lang="de-AT" sz="1400" b="1" i="0" err="1">
                <a:solidFill>
                  <a:srgbClr val="FFFFFF"/>
                </a:solidFill>
              </a:rPr>
              <a:t>Prompting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0EAB9B-0AE0-43BF-0693-F4DEDEB2228E}"/>
              </a:ext>
            </a:extLst>
          </p:cNvPr>
          <p:cNvSpPr txBox="1"/>
          <p:nvPr/>
        </p:nvSpPr>
        <p:spPr>
          <a:xfrm>
            <a:off x="8302625" y="1706626"/>
            <a:ext cx="338328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</a:t>
            </a:r>
            <a:r>
              <a:rPr lang="de-AT" sz="1200">
                <a:solidFill>
                  <a:srgbClr val="444444"/>
                </a:solidFill>
              </a:rPr>
              <a:t> Bereitstellung von mehreren Beispielen</a:t>
            </a:r>
          </a:p>
          <a:p>
            <a:pPr>
              <a:spcBef>
                <a:spcPts val="400"/>
              </a:spcBef>
            </a:pPr>
            <a:r>
              <a:rPr lang="de-DE" sz="1200">
                <a:solidFill>
                  <a:srgbClr val="444444"/>
                </a:solidFill>
              </a:rPr>
              <a:t>• Komplexe Muster besser verstehen</a:t>
            </a:r>
          </a:p>
          <a:p>
            <a:pPr>
              <a:spcBef>
                <a:spcPts val="400"/>
              </a:spcBef>
            </a:pPr>
            <a:r>
              <a:rPr lang="de-DE" sz="1200">
                <a:solidFill>
                  <a:srgbClr val="444444"/>
                </a:solidFill>
              </a:rPr>
              <a:t>• Spezifische Logik besser verstehen</a:t>
            </a: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1878C9B9-0E88-D77C-87FD-C976BB9C4505}"/>
              </a:ext>
            </a:extLst>
          </p:cNvPr>
          <p:cNvSpPr/>
          <p:nvPr/>
        </p:nvSpPr>
        <p:spPr>
          <a:xfrm>
            <a:off x="365760" y="3130550"/>
            <a:ext cx="3657600" cy="169799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685FAD7B-4ED2-33C7-9E3C-28B55A1611D1}"/>
              </a:ext>
            </a:extLst>
          </p:cNvPr>
          <p:cNvSpPr/>
          <p:nvPr/>
        </p:nvSpPr>
        <p:spPr>
          <a:xfrm>
            <a:off x="365760" y="3135471"/>
            <a:ext cx="3657600" cy="4114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4A9B7C63-C6A9-5C85-A8ED-778A6FEF8048}"/>
              </a:ext>
            </a:extLst>
          </p:cNvPr>
          <p:cNvSpPr txBox="1"/>
          <p:nvPr/>
        </p:nvSpPr>
        <p:spPr>
          <a:xfrm>
            <a:off x="502920" y="319947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AT" sz="1400" b="1" i="0">
                <a:solidFill>
                  <a:srgbClr val="FFFFFF"/>
                </a:solidFill>
              </a:rPr>
              <a:t>Persona-</a:t>
            </a:r>
            <a:r>
              <a:rPr lang="de-AT" sz="1400" b="1" i="0" err="1">
                <a:solidFill>
                  <a:srgbClr val="FFFFFF"/>
                </a:solidFill>
              </a:rPr>
              <a:t>Based</a:t>
            </a:r>
            <a:r>
              <a:rPr lang="de-AT" sz="1400" b="1" i="0">
                <a:solidFill>
                  <a:srgbClr val="FFFFFF"/>
                </a:solidFill>
              </a:rPr>
              <a:t> </a:t>
            </a:r>
            <a:r>
              <a:rPr lang="de-AT" sz="1400" b="1" i="0" err="1">
                <a:solidFill>
                  <a:srgbClr val="FFFFFF"/>
                </a:solidFill>
              </a:rPr>
              <a:t>Prompting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27" name="TextBox 9">
            <a:extLst>
              <a:ext uri="{FF2B5EF4-FFF2-40B4-BE49-F238E27FC236}">
                <a16:creationId xmlns:a16="http://schemas.microsoft.com/office/drawing/2014/main" id="{F62CD6F1-9EDB-8B9B-B2FA-4AE0024F0936}"/>
              </a:ext>
            </a:extLst>
          </p:cNvPr>
          <p:cNvSpPr txBox="1"/>
          <p:nvPr/>
        </p:nvSpPr>
        <p:spPr>
          <a:xfrm>
            <a:off x="452120" y="3585279"/>
            <a:ext cx="3383280" cy="512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</a:t>
            </a:r>
            <a:r>
              <a:rPr lang="de-AT" sz="1200">
                <a:solidFill>
                  <a:srgbClr val="444444"/>
                </a:solidFill>
              </a:rPr>
              <a:t>Zuweisung spezifischer Rolle</a:t>
            </a:r>
          </a:p>
          <a:p>
            <a:pPr>
              <a:spcBef>
                <a:spcPts val="400"/>
              </a:spcBef>
            </a:pPr>
            <a:r>
              <a:rPr lang="de-DE" sz="1200">
                <a:solidFill>
                  <a:srgbClr val="444444"/>
                </a:solidFill>
              </a:rPr>
              <a:t>• Fokus und Stil steuern</a:t>
            </a: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8271E6BC-7AA6-6CB4-6425-B46CDD9EBACC}"/>
              </a:ext>
            </a:extLst>
          </p:cNvPr>
          <p:cNvSpPr/>
          <p:nvPr/>
        </p:nvSpPr>
        <p:spPr>
          <a:xfrm>
            <a:off x="4297680" y="3133378"/>
            <a:ext cx="3657600" cy="1697990"/>
          </a:xfrm>
          <a:prstGeom prst="rect">
            <a:avLst/>
          </a:prstGeom>
          <a:solidFill>
            <a:schemeClr val="bg2"/>
          </a:solidFill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7">
            <a:extLst>
              <a:ext uri="{FF2B5EF4-FFF2-40B4-BE49-F238E27FC236}">
                <a16:creationId xmlns:a16="http://schemas.microsoft.com/office/drawing/2014/main" id="{311A1F5A-A0E4-55AB-198C-AFFA68C5C8B9}"/>
              </a:ext>
            </a:extLst>
          </p:cNvPr>
          <p:cNvSpPr/>
          <p:nvPr/>
        </p:nvSpPr>
        <p:spPr>
          <a:xfrm>
            <a:off x="4297680" y="3138299"/>
            <a:ext cx="3657600" cy="41148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8">
            <a:extLst>
              <a:ext uri="{FF2B5EF4-FFF2-40B4-BE49-F238E27FC236}">
                <a16:creationId xmlns:a16="http://schemas.microsoft.com/office/drawing/2014/main" id="{9019C8A4-E2D9-F462-8F64-3796B16AE442}"/>
              </a:ext>
            </a:extLst>
          </p:cNvPr>
          <p:cNvSpPr txBox="1"/>
          <p:nvPr/>
        </p:nvSpPr>
        <p:spPr>
          <a:xfrm>
            <a:off x="4434840" y="3202307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AT" sz="1400" b="1" i="0">
                <a:solidFill>
                  <a:srgbClr val="FFFFFF"/>
                </a:solidFill>
              </a:rPr>
              <a:t>Chain </a:t>
            </a:r>
            <a:r>
              <a:rPr lang="de-AT" sz="1400" b="1" i="0" err="1">
                <a:solidFill>
                  <a:srgbClr val="FFFFFF"/>
                </a:solidFill>
              </a:rPr>
              <a:t>of</a:t>
            </a:r>
            <a:r>
              <a:rPr lang="de-AT" sz="1400" b="1" i="0">
                <a:solidFill>
                  <a:srgbClr val="FFFFFF"/>
                </a:solidFill>
              </a:rPr>
              <a:t> </a:t>
            </a:r>
            <a:r>
              <a:rPr lang="de-AT" sz="1400" b="1" i="0" err="1">
                <a:solidFill>
                  <a:srgbClr val="FFFFFF"/>
                </a:solidFill>
              </a:rPr>
              <a:t>Thought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31" name="TextBox 9">
            <a:extLst>
              <a:ext uri="{FF2B5EF4-FFF2-40B4-BE49-F238E27FC236}">
                <a16:creationId xmlns:a16="http://schemas.microsoft.com/office/drawing/2014/main" id="{0FE0646D-9D38-E405-AB0F-559637DC3EFA}"/>
              </a:ext>
            </a:extLst>
          </p:cNvPr>
          <p:cNvSpPr txBox="1"/>
          <p:nvPr/>
        </p:nvSpPr>
        <p:spPr>
          <a:xfrm>
            <a:off x="4343400" y="3595499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</a:t>
            </a:r>
            <a:r>
              <a:rPr lang="de-AT" sz="1200">
                <a:solidFill>
                  <a:srgbClr val="444444"/>
                </a:solidFill>
              </a:rPr>
              <a:t> Anweisung Gedankengänge explizit darzulegen</a:t>
            </a:r>
          </a:p>
        </p:txBody>
      </p:sp>
    </p:spTree>
    <p:extLst>
      <p:ext uri="{BB962C8B-B14F-4D97-AF65-F5344CB8AC3E}">
        <p14:creationId xmlns:p14="http://schemas.microsoft.com/office/powerpoint/2010/main" val="3353050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9B07D-358D-FF89-066C-3DF3C6E35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B5E0A7-E96B-3DFD-1FCB-71D0A933BD42}"/>
              </a:ext>
            </a:extLst>
          </p:cNvPr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2D981C-F236-903C-54CD-5B86756F4560}"/>
              </a:ext>
            </a:extLst>
          </p:cNvPr>
          <p:cNvSpPr txBox="1"/>
          <p:nvPr/>
        </p:nvSpPr>
        <p:spPr>
          <a:xfrm>
            <a:off x="274320" y="9144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AT" sz="2800" b="1" i="0">
                <a:solidFill>
                  <a:srgbClr val="FFFFFF"/>
                </a:solidFill>
              </a:rPr>
              <a:t>Orchestrierung von KI-Modellen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51D11A-ED79-D33C-D120-3F05BD5B071F}"/>
              </a:ext>
            </a:extLst>
          </p:cNvPr>
          <p:cNvSpPr txBox="1"/>
          <p:nvPr/>
        </p:nvSpPr>
        <p:spPr>
          <a:xfrm>
            <a:off x="274320" y="685800"/>
            <a:ext cx="1143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AT" sz="1300" i="1">
                <a:solidFill>
                  <a:srgbClr val="BBD7F0"/>
                </a:solidFill>
              </a:rPr>
              <a:t>Was und warum?</a:t>
            </a:r>
            <a:endParaRPr sz="1300" b="0" i="1">
              <a:solidFill>
                <a:srgbClr val="BBD7F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FA81C9-0CAB-0A30-84C8-E89B7F0C4C5B}"/>
              </a:ext>
            </a:extLst>
          </p:cNvPr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02D964-11AF-16DA-F0ED-F8427C107F6A}"/>
              </a:ext>
            </a:extLst>
          </p:cNvPr>
          <p:cNvSpPr txBox="1"/>
          <p:nvPr/>
        </p:nvSpPr>
        <p:spPr>
          <a:xfrm>
            <a:off x="11704320" y="649224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AT" sz="1000" b="0" i="0">
                <a:solidFill>
                  <a:srgbClr val="AAAAAA"/>
                </a:solidFill>
              </a:rPr>
              <a:t>4</a:t>
            </a:r>
            <a:endParaRPr sz="1000" b="0" i="0">
              <a:solidFill>
                <a:srgbClr val="AAAAAA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64E6FE-E548-2E4F-22F4-6B7D0C41663B}"/>
              </a:ext>
            </a:extLst>
          </p:cNvPr>
          <p:cNvSpPr/>
          <p:nvPr/>
        </p:nvSpPr>
        <p:spPr>
          <a:xfrm>
            <a:off x="365760" y="1303020"/>
            <a:ext cx="5311140" cy="3474720"/>
          </a:xfrm>
          <a:prstGeom prst="rect">
            <a:avLst/>
          </a:prstGeom>
          <a:solidFill>
            <a:srgbClr val="E8F4FD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C495BC-80AE-F824-3AE4-1A39DB8E5B59}"/>
              </a:ext>
            </a:extLst>
          </p:cNvPr>
          <p:cNvSpPr/>
          <p:nvPr/>
        </p:nvSpPr>
        <p:spPr>
          <a:xfrm>
            <a:off x="365760" y="1296382"/>
            <a:ext cx="5311140" cy="4114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98C9B1-B1DB-55F0-E926-4061E5EAFC48}"/>
              </a:ext>
            </a:extLst>
          </p:cNvPr>
          <p:cNvSpPr txBox="1"/>
          <p:nvPr/>
        </p:nvSpPr>
        <p:spPr>
          <a:xfrm>
            <a:off x="502920" y="13441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AT" sz="1400" b="1" i="0">
                <a:solidFill>
                  <a:srgbClr val="FFFFFF"/>
                </a:solidFill>
              </a:rPr>
              <a:t>Was ist Orchestrierung?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389EC6-8E38-C970-5058-1BB5C33BA019}"/>
              </a:ext>
            </a:extLst>
          </p:cNvPr>
          <p:cNvSpPr txBox="1"/>
          <p:nvPr/>
        </p:nvSpPr>
        <p:spPr>
          <a:xfrm>
            <a:off x="502920" y="1737360"/>
            <a:ext cx="5173980" cy="8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44444"/>
                </a:solidFill>
              </a:rPr>
              <a:t>•  </a:t>
            </a:r>
            <a:r>
              <a:rPr lang="de-AT" sz="1400">
                <a:solidFill>
                  <a:srgbClr val="444444"/>
                </a:solidFill>
              </a:rPr>
              <a:t>Koordination und Steuerung mehrerer KI-Modelle</a:t>
            </a:r>
            <a:endParaRPr sz="140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44444"/>
                </a:solidFill>
              </a:rPr>
              <a:t>•  </a:t>
            </a:r>
            <a:r>
              <a:rPr lang="de-AT" sz="1400">
                <a:solidFill>
                  <a:srgbClr val="444444"/>
                </a:solidFill>
              </a:rPr>
              <a:t>Richtigen Aufgaben zur richtigen Zeit an den richtigen Agenten</a:t>
            </a:r>
            <a:endParaRPr sz="140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44444"/>
                </a:solidFill>
              </a:rPr>
              <a:t>•  </a:t>
            </a:r>
            <a:r>
              <a:rPr lang="de-AT" sz="1400">
                <a:solidFill>
                  <a:srgbClr val="444444"/>
                </a:solidFill>
              </a:rPr>
              <a:t>Fehler erkennen und Korrekturschleifen einleiten</a:t>
            </a:r>
            <a:endParaRPr sz="1400">
              <a:solidFill>
                <a:srgbClr val="444444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95B4A9-2EAB-6D10-F504-34009E654ECA}"/>
              </a:ext>
            </a:extLst>
          </p:cNvPr>
          <p:cNvSpPr/>
          <p:nvPr/>
        </p:nvSpPr>
        <p:spPr>
          <a:xfrm>
            <a:off x="5867400" y="1303020"/>
            <a:ext cx="5928360" cy="3474720"/>
          </a:xfrm>
          <a:prstGeom prst="rect">
            <a:avLst/>
          </a:prstGeom>
          <a:solidFill>
            <a:srgbClr val="E6F5EC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EDFD0F-AC72-7211-4843-0D2F77A2AC06}"/>
              </a:ext>
            </a:extLst>
          </p:cNvPr>
          <p:cNvSpPr/>
          <p:nvPr/>
        </p:nvSpPr>
        <p:spPr>
          <a:xfrm>
            <a:off x="5867400" y="1314958"/>
            <a:ext cx="5928360" cy="42672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E86344-7973-DF22-A2F1-A3CD79762303}"/>
              </a:ext>
            </a:extLst>
          </p:cNvPr>
          <p:cNvSpPr txBox="1"/>
          <p:nvPr/>
        </p:nvSpPr>
        <p:spPr>
          <a:xfrm>
            <a:off x="5911851" y="136677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AT" sz="1400" b="1" i="0">
                <a:solidFill>
                  <a:srgbClr val="FFFFFF"/>
                </a:solidFill>
              </a:rPr>
              <a:t>Warum Orchestrierung?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27E735-D8E6-DC2A-25F9-7670500018C7}"/>
              </a:ext>
            </a:extLst>
          </p:cNvPr>
          <p:cNvSpPr txBox="1"/>
          <p:nvPr/>
        </p:nvSpPr>
        <p:spPr>
          <a:xfrm>
            <a:off x="5911851" y="1780343"/>
            <a:ext cx="577405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>• </a:t>
            </a:r>
            <a:r>
              <a:rPr lang="de-AT" sz="1400"/>
              <a:t>Spezialisierung von Agenten</a:t>
            </a:r>
            <a:endParaRPr sz="1400"/>
          </a:p>
          <a:p>
            <a:pPr>
              <a:spcBef>
                <a:spcPts val="400"/>
              </a:spcBef>
            </a:pPr>
            <a:r>
              <a:rPr sz="1400"/>
              <a:t>•  </a:t>
            </a:r>
            <a:r>
              <a:rPr lang="de-AT" sz="1400"/>
              <a:t>Fehler erkennen</a:t>
            </a:r>
          </a:p>
          <a:p>
            <a:pPr>
              <a:spcBef>
                <a:spcPts val="400"/>
              </a:spcBef>
            </a:pPr>
            <a:r>
              <a:rPr lang="de-AT" sz="1400"/>
              <a:t>•  Komplexe Aufgaben in Teilaufgaben zerlegen</a:t>
            </a:r>
            <a:endParaRPr sz="1400"/>
          </a:p>
          <a:p>
            <a:pPr>
              <a:spcBef>
                <a:spcPts val="400"/>
              </a:spcBef>
            </a:pPr>
            <a:r>
              <a:rPr sz="1400"/>
              <a:t>•  </a:t>
            </a:r>
            <a:r>
              <a:rPr lang="de-AT" sz="1400"/>
              <a:t>Transparenz darüber welcher Agent welche  Entscheidungen getroffen hat</a:t>
            </a:r>
            <a:endParaRPr sz="14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75A04B-17C4-65CD-61F0-EA53CAF36290}"/>
              </a:ext>
            </a:extLst>
          </p:cNvPr>
          <p:cNvSpPr/>
          <p:nvPr/>
        </p:nvSpPr>
        <p:spPr>
          <a:xfrm>
            <a:off x="365760" y="4937760"/>
            <a:ext cx="11430000" cy="1435388"/>
          </a:xfrm>
          <a:prstGeom prst="rect">
            <a:avLst/>
          </a:prstGeom>
          <a:solidFill>
            <a:srgbClr val="E8F4FD"/>
          </a:solidFill>
          <a:ln w="12700">
            <a:solidFill>
              <a:srgbClr val="1A7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5DA438-B009-69B0-8381-7E00BD63FB18}"/>
              </a:ext>
            </a:extLst>
          </p:cNvPr>
          <p:cNvSpPr txBox="1"/>
          <p:nvPr/>
        </p:nvSpPr>
        <p:spPr>
          <a:xfrm>
            <a:off x="548640" y="502920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AT" sz="1400" b="1" i="0" err="1">
                <a:solidFill>
                  <a:srgbClr val="0F4C81"/>
                </a:solidFill>
              </a:rPr>
              <a:t>Agentische</a:t>
            </a:r>
            <a:r>
              <a:rPr lang="de-AT" sz="1400" b="1">
                <a:solidFill>
                  <a:srgbClr val="0F4C81"/>
                </a:solidFill>
              </a:rPr>
              <a:t> Design Patterns</a:t>
            </a:r>
            <a:endParaRPr sz="1400" b="1" i="0">
              <a:solidFill>
                <a:srgbClr val="0F4C8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E84B0C-6960-96F1-98DA-C1F8827E443B}"/>
              </a:ext>
            </a:extLst>
          </p:cNvPr>
          <p:cNvSpPr txBox="1"/>
          <p:nvPr/>
        </p:nvSpPr>
        <p:spPr>
          <a:xfrm>
            <a:off x="502920" y="5282255"/>
            <a:ext cx="109728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de-DE" sz="1200">
                <a:solidFill>
                  <a:srgbClr val="444444"/>
                </a:solidFill>
              </a:rPr>
              <a:t>•  </a:t>
            </a:r>
            <a:r>
              <a:rPr lang="de-DE" sz="1200" b="1" err="1">
                <a:solidFill>
                  <a:srgbClr val="444444"/>
                </a:solidFill>
              </a:rPr>
              <a:t>Reflection</a:t>
            </a:r>
            <a:r>
              <a:rPr lang="de-DE" sz="1200">
                <a:solidFill>
                  <a:srgbClr val="444444"/>
                </a:solidFill>
              </a:rPr>
              <a:t>: Agent überprüft Arbeit oder erhält Feedback von einem anderen Agenten</a:t>
            </a:r>
          </a:p>
          <a:p>
            <a:pPr>
              <a:spcBef>
                <a:spcPts val="400"/>
              </a:spcBef>
            </a:pPr>
            <a:r>
              <a:rPr lang="de-DE" sz="1200">
                <a:solidFill>
                  <a:srgbClr val="444444"/>
                </a:solidFill>
              </a:rPr>
              <a:t>•  </a:t>
            </a:r>
            <a:r>
              <a:rPr lang="de-DE" sz="1200" b="1">
                <a:solidFill>
                  <a:srgbClr val="444444"/>
                </a:solidFill>
              </a:rPr>
              <a:t>Tool Use</a:t>
            </a:r>
            <a:r>
              <a:rPr lang="de-DE" sz="1200">
                <a:solidFill>
                  <a:srgbClr val="444444"/>
                </a:solidFill>
              </a:rPr>
              <a:t>:  Fähigkeit zu bestimmen wann und wie externe Werkzeuge eingesetzt </a:t>
            </a:r>
            <a:r>
              <a:rPr lang="de-DE" sz="1200" err="1">
                <a:solidFill>
                  <a:srgbClr val="444444"/>
                </a:solidFill>
              </a:rPr>
              <a:t>werdenmüssen</a:t>
            </a:r>
            <a:endParaRPr lang="de-DE" sz="120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lang="de-DE" sz="1200">
                <a:solidFill>
                  <a:srgbClr val="444444"/>
                </a:solidFill>
              </a:rPr>
              <a:t>•  </a:t>
            </a:r>
            <a:r>
              <a:rPr lang="de-DE" sz="1200" b="1" err="1">
                <a:solidFill>
                  <a:srgbClr val="444444"/>
                </a:solidFill>
              </a:rPr>
              <a:t>Planning</a:t>
            </a:r>
            <a:r>
              <a:rPr lang="de-DE" sz="1200">
                <a:solidFill>
                  <a:srgbClr val="444444"/>
                </a:solidFill>
              </a:rPr>
              <a:t>: Prozess in dem Agenten komplexes Ziel in logische Abfolge von Teilschritten zerlegt</a:t>
            </a:r>
          </a:p>
          <a:p>
            <a:pPr>
              <a:spcBef>
                <a:spcPts val="400"/>
              </a:spcBef>
            </a:pPr>
            <a:r>
              <a:rPr lang="de-DE" sz="1200">
                <a:solidFill>
                  <a:srgbClr val="444444"/>
                </a:solidFill>
              </a:rPr>
              <a:t>•  </a:t>
            </a:r>
            <a:r>
              <a:rPr lang="de-DE" sz="1200" b="1">
                <a:solidFill>
                  <a:srgbClr val="444444"/>
                </a:solidFill>
              </a:rPr>
              <a:t>Multi-Agent </a:t>
            </a:r>
            <a:r>
              <a:rPr lang="de-DE" sz="1200" b="1" err="1">
                <a:solidFill>
                  <a:srgbClr val="444444"/>
                </a:solidFill>
              </a:rPr>
              <a:t>Collaboration</a:t>
            </a:r>
            <a:r>
              <a:rPr lang="de-DE" sz="1200">
                <a:solidFill>
                  <a:srgbClr val="444444"/>
                </a:solidFill>
              </a:rPr>
              <a:t>: Aufteilung einer Aufgabe an spezialisierte Agenten die unterschiedlichen Rollen einnehmen</a:t>
            </a:r>
          </a:p>
        </p:txBody>
      </p:sp>
    </p:spTree>
    <p:extLst>
      <p:ext uri="{BB962C8B-B14F-4D97-AF65-F5344CB8AC3E}">
        <p14:creationId xmlns:p14="http://schemas.microsoft.com/office/powerpoint/2010/main" val="4128029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Projektziel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7F0"/>
                </a:solidFill>
              </a:rPr>
              <a:t>Kann ein Multi-Agenten-System besser coden als ein einzelner Agent?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AT" sz="1000">
                <a:solidFill>
                  <a:srgbClr val="AAAAAA"/>
                </a:solidFill>
              </a:rPr>
              <a:t>5</a:t>
            </a:r>
            <a:endParaRPr sz="1000" b="0" i="0">
              <a:solidFill>
                <a:srgbClr val="AAAAAA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303520" cy="5029199"/>
          </a:xfrm>
          <a:prstGeom prst="rect">
            <a:avLst/>
          </a:prstGeom>
          <a:solidFill>
            <a:srgbClr val="E8F4FD"/>
          </a:solidFill>
          <a:ln w="12700">
            <a:solidFill>
              <a:srgbClr val="1A7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C81"/>
                </a:solidFill>
              </a:rPr>
              <a:t>Übergeordnetes 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02920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444444"/>
                </a:solidFill>
              </a:rPr>
              <a:t>Multi-Agent-KI-System </a:t>
            </a:r>
            <a:r>
              <a:rPr sz="1300" b="0" i="0" dirty="0" err="1">
                <a:solidFill>
                  <a:srgbClr val="444444"/>
                </a:solidFill>
              </a:rPr>
              <a:t>mit</a:t>
            </a:r>
            <a:r>
              <a:rPr sz="1300" b="0" i="0" dirty="0">
                <a:solidFill>
                  <a:srgbClr val="444444"/>
                </a:solidFill>
              </a:rPr>
              <a:t> </a:t>
            </a:r>
            <a:r>
              <a:rPr sz="1300" b="0" i="0" dirty="0" err="1">
                <a:solidFill>
                  <a:srgbClr val="444444"/>
                </a:solidFill>
              </a:rPr>
              <a:t>rollenspezifischer</a:t>
            </a:r>
            <a:r>
              <a:rPr sz="1300" b="0" i="0" dirty="0">
                <a:solidFill>
                  <a:srgbClr val="444444"/>
                </a:solidFill>
              </a:rPr>
              <a:t> </a:t>
            </a:r>
            <a:r>
              <a:rPr sz="1300" b="0" i="0" dirty="0" err="1">
                <a:solidFill>
                  <a:srgbClr val="444444"/>
                </a:solidFill>
              </a:rPr>
              <a:t>Aufgabenverteilung</a:t>
            </a:r>
            <a:r>
              <a:rPr lang="de-AT" sz="1300" b="0" i="0" dirty="0">
                <a:solidFill>
                  <a:srgbClr val="444444"/>
                </a:solidFill>
              </a:rPr>
              <a:t> aufsetzen und untersuchen</a:t>
            </a:r>
            <a:r>
              <a:rPr sz="1300" b="0" i="0" dirty="0">
                <a:solidFill>
                  <a:srgbClr val="444444"/>
                </a:solidFill>
              </a:rPr>
              <a:t> </a:t>
            </a:r>
            <a:br>
              <a:rPr lang="de-AT" sz="1300" b="0" i="0" dirty="0">
                <a:solidFill>
                  <a:srgbClr val="444444"/>
                </a:solidFill>
              </a:rPr>
            </a:br>
            <a:r>
              <a:rPr lang="de-AT" sz="1300" b="0" i="0" dirty="0">
                <a:solidFill>
                  <a:srgbClr val="444444"/>
                </a:solidFill>
              </a:rPr>
              <a:t>Schneidet </a:t>
            </a:r>
            <a:r>
              <a:rPr lang="de-AT" sz="1300" b="0" i="0" dirty="0" err="1">
                <a:solidFill>
                  <a:srgbClr val="444444"/>
                </a:solidFill>
              </a:rPr>
              <a:t>Multi_Agent</a:t>
            </a:r>
            <a:r>
              <a:rPr lang="de-AT" sz="1300" b="0" i="0" dirty="0">
                <a:solidFill>
                  <a:srgbClr val="444444"/>
                </a:solidFill>
              </a:rPr>
              <a:t> </a:t>
            </a:r>
            <a:r>
              <a:rPr sz="1300" b="0" i="0" dirty="0" err="1">
                <a:solidFill>
                  <a:srgbClr val="444444"/>
                </a:solidFill>
              </a:rPr>
              <a:t>besser</a:t>
            </a:r>
            <a:r>
              <a:rPr sz="1300" b="0" i="0" dirty="0">
                <a:solidFill>
                  <a:srgbClr val="444444"/>
                </a:solidFill>
              </a:rPr>
              <a:t> </a:t>
            </a:r>
            <a:r>
              <a:rPr lang="de-AT" sz="1300" b="0" i="0" dirty="0">
                <a:solidFill>
                  <a:srgbClr val="444444"/>
                </a:solidFill>
              </a:rPr>
              <a:t>ab als Single Agent beim Coding?</a:t>
            </a:r>
            <a:endParaRPr sz="1300" b="0" i="0" dirty="0">
              <a:solidFill>
                <a:srgbClr val="44444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4C81"/>
                </a:solidFill>
              </a:rPr>
              <a:t>Zu entwickelnde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00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E-Commerce Webshop (Sneaker-Shop)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Produktübersicht mit Suche &amp; Filter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Produktdetailseite &amp; Bewertungen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Warenkorb &amp; Checkout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Bestellverwaltung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280160"/>
            <a:ext cx="5486400" cy="2286000"/>
          </a:xfrm>
          <a:prstGeom prst="rect">
            <a:avLst/>
          </a:prstGeom>
          <a:solidFill>
            <a:srgbClr val="FDF0E0"/>
          </a:solidFill>
          <a:ln w="12700">
            <a:solidFill>
              <a:srgbClr val="E8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A0A"/>
                </a:solidFill>
              </a:rPr>
              <a:t>Single-Agent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55648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Ein LLM übernimmt alles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Anforderungen → Code → Tests → Review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Direkter Codex CLI Aufruf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749039"/>
            <a:ext cx="5486400" cy="2560320"/>
          </a:xfrm>
          <a:prstGeom prst="rect">
            <a:avLst/>
          </a:prstGeom>
          <a:solidFill>
            <a:srgbClr val="E6F0FA"/>
          </a:solidFill>
          <a:ln w="12700">
            <a:solidFill>
              <a:srgbClr val="1A7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840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4C81"/>
                </a:solidFill>
              </a:rPr>
              <a:t>Multi-Agent (LangGraph)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24528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5 spezialisierte Agenten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PO → Architect → Developer → Tester → Reviewer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LangGraph-Orchestrierung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Automatischer Korrekturlauf bei Fail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Projektverlauf: Der Weg zum Multi-Agent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7F0"/>
                </a:solidFill>
              </a:rPr>
              <a:t>Langes Herumprobieren bis das System stabil lief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657600" cy="4572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Nur LangChain (ohne LangGraph)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3657600" cy="4553712"/>
          </a:xfrm>
          <a:prstGeom prst="rect">
            <a:avLst/>
          </a:prstGeom>
          <a:solidFill>
            <a:srgbClr val="E8F4FD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828800"/>
            <a:ext cx="338328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dirty="0">
                <a:solidFill>
                  <a:srgbClr val="444444"/>
                </a:solidFill>
              </a:rPr>
              <a:t>•  </a:t>
            </a:r>
            <a:r>
              <a:rPr sz="1100" dirty="0" err="1">
                <a:solidFill>
                  <a:srgbClr val="444444"/>
                </a:solidFill>
              </a:rPr>
              <a:t>Einfache</a:t>
            </a:r>
            <a:r>
              <a:rPr sz="1100" dirty="0">
                <a:solidFill>
                  <a:srgbClr val="444444"/>
                </a:solidFill>
              </a:rPr>
              <a:t> </a:t>
            </a:r>
            <a:r>
              <a:rPr sz="1100" dirty="0" err="1">
                <a:solidFill>
                  <a:srgbClr val="444444"/>
                </a:solidFill>
              </a:rPr>
              <a:t>LangChain</a:t>
            </a:r>
            <a:r>
              <a:rPr sz="1100" dirty="0">
                <a:solidFill>
                  <a:srgbClr val="444444"/>
                </a:solidFill>
              </a:rPr>
              <a:t>-Chain: PO → Architect → Developer</a:t>
            </a:r>
            <a:r>
              <a:rPr lang="de-AT" sz="1100" dirty="0">
                <a:solidFill>
                  <a:srgbClr val="444444"/>
                </a:solidFill>
              </a:rPr>
              <a:t> → Tester</a:t>
            </a:r>
            <a:endParaRPr sz="1100" dirty="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100" dirty="0">
                <a:solidFill>
                  <a:srgbClr val="444444"/>
                </a:solidFill>
              </a:rPr>
              <a:t>•  Keine Iterationen, </a:t>
            </a:r>
            <a:r>
              <a:rPr sz="1100" dirty="0" err="1">
                <a:solidFill>
                  <a:srgbClr val="444444"/>
                </a:solidFill>
              </a:rPr>
              <a:t>kein</a:t>
            </a:r>
            <a:r>
              <a:rPr sz="1100" dirty="0">
                <a:solidFill>
                  <a:srgbClr val="444444"/>
                </a:solidFill>
              </a:rPr>
              <a:t> Feedback-Loop</a:t>
            </a:r>
          </a:p>
          <a:p>
            <a:pPr>
              <a:spcBef>
                <a:spcPts val="400"/>
              </a:spcBef>
            </a:pPr>
            <a:r>
              <a:rPr sz="1100" dirty="0">
                <a:solidFill>
                  <a:srgbClr val="444444"/>
                </a:solidFill>
              </a:rPr>
              <a:t>•  Problem: </a:t>
            </a:r>
            <a:r>
              <a:rPr sz="1100" dirty="0" err="1">
                <a:solidFill>
                  <a:srgbClr val="444444"/>
                </a:solidFill>
              </a:rPr>
              <a:t>Generierter</a:t>
            </a:r>
            <a:r>
              <a:rPr sz="1100" dirty="0">
                <a:solidFill>
                  <a:srgbClr val="444444"/>
                </a:solidFill>
              </a:rPr>
              <a:t> Code </a:t>
            </a:r>
            <a:r>
              <a:rPr sz="1100" dirty="0" err="1">
                <a:solidFill>
                  <a:srgbClr val="444444"/>
                </a:solidFill>
              </a:rPr>
              <a:t>kompilierte</a:t>
            </a:r>
            <a:r>
              <a:rPr sz="1100" dirty="0">
                <a:solidFill>
                  <a:srgbClr val="444444"/>
                </a:solidFill>
              </a:rPr>
              <a:t> nicht</a:t>
            </a:r>
          </a:p>
          <a:p>
            <a:pPr>
              <a:spcBef>
                <a:spcPts val="400"/>
              </a:spcBef>
            </a:pPr>
            <a:r>
              <a:rPr sz="1100" dirty="0">
                <a:solidFill>
                  <a:srgbClr val="444444"/>
                </a:solidFill>
              </a:rPr>
              <a:t>•  Kein Reviewer → Fehler </a:t>
            </a:r>
            <a:r>
              <a:rPr sz="1100" dirty="0" err="1">
                <a:solidFill>
                  <a:srgbClr val="444444"/>
                </a:solidFill>
              </a:rPr>
              <a:t>wurden</a:t>
            </a:r>
            <a:r>
              <a:rPr sz="1100" dirty="0">
                <a:solidFill>
                  <a:srgbClr val="444444"/>
                </a:solidFill>
              </a:rPr>
              <a:t> </a:t>
            </a:r>
            <a:r>
              <a:rPr sz="1100" dirty="0" err="1">
                <a:solidFill>
                  <a:srgbClr val="444444"/>
                </a:solidFill>
              </a:rPr>
              <a:t>nie</a:t>
            </a:r>
            <a:r>
              <a:rPr sz="1100" dirty="0">
                <a:solidFill>
                  <a:srgbClr val="444444"/>
                </a:solidFill>
              </a:rPr>
              <a:t> </a:t>
            </a:r>
            <a:r>
              <a:rPr sz="1100" dirty="0" err="1">
                <a:solidFill>
                  <a:srgbClr val="444444"/>
                </a:solidFill>
              </a:rPr>
              <a:t>erkannt</a:t>
            </a:r>
            <a:endParaRPr sz="1100" dirty="0">
              <a:solidFill>
                <a:srgbClr val="44444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69080" y="3474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657600" cy="457200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129844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48132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Erweiterung mit LangGraph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737360"/>
            <a:ext cx="3657600" cy="4553712"/>
          </a:xfrm>
          <a:prstGeom prst="rect">
            <a:avLst/>
          </a:prstGeom>
          <a:solidFill>
            <a:srgbClr val="D8EDFF"/>
          </a:solidFill>
          <a:ln w="15240">
            <a:solidFill>
              <a:srgbClr val="1A7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18288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dirty="0">
                <a:solidFill>
                  <a:srgbClr val="444444"/>
                </a:solidFill>
              </a:rPr>
              <a:t>•  </a:t>
            </a:r>
            <a:r>
              <a:rPr sz="1100" dirty="0" err="1">
                <a:solidFill>
                  <a:srgbClr val="444444"/>
                </a:solidFill>
              </a:rPr>
              <a:t>Zyklischer</a:t>
            </a:r>
            <a:r>
              <a:rPr sz="1100" dirty="0">
                <a:solidFill>
                  <a:srgbClr val="444444"/>
                </a:solidFill>
              </a:rPr>
              <a:t> Graph </a:t>
            </a:r>
            <a:r>
              <a:rPr sz="1100" dirty="0" err="1">
                <a:solidFill>
                  <a:srgbClr val="444444"/>
                </a:solidFill>
              </a:rPr>
              <a:t>mit</a:t>
            </a:r>
            <a:r>
              <a:rPr sz="1100" dirty="0">
                <a:solidFill>
                  <a:srgbClr val="444444"/>
                </a:solidFill>
              </a:rPr>
              <a:t> Reviewer-Loop </a:t>
            </a:r>
            <a:r>
              <a:rPr sz="1100" dirty="0" err="1">
                <a:solidFill>
                  <a:srgbClr val="444444"/>
                </a:solidFill>
              </a:rPr>
              <a:t>eingebaut</a:t>
            </a:r>
            <a:endParaRPr sz="1100" dirty="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100" dirty="0">
                <a:solidFill>
                  <a:srgbClr val="444444"/>
                </a:solidFill>
              </a:rPr>
              <a:t>•  Problem: </a:t>
            </a:r>
            <a:r>
              <a:rPr sz="1100" dirty="0" err="1">
                <a:solidFill>
                  <a:srgbClr val="444444"/>
                </a:solidFill>
              </a:rPr>
              <a:t>Agenten</a:t>
            </a:r>
            <a:r>
              <a:rPr sz="1100" dirty="0">
                <a:solidFill>
                  <a:srgbClr val="444444"/>
                </a:solidFill>
              </a:rPr>
              <a:t> </a:t>
            </a:r>
            <a:r>
              <a:rPr sz="1100" dirty="0" err="1">
                <a:solidFill>
                  <a:srgbClr val="444444"/>
                </a:solidFill>
              </a:rPr>
              <a:t>konnten</a:t>
            </a:r>
            <a:r>
              <a:rPr sz="1100" dirty="0">
                <a:solidFill>
                  <a:srgbClr val="444444"/>
                </a:solidFill>
              </a:rPr>
              <a:t> </a:t>
            </a:r>
            <a:r>
              <a:rPr sz="1100" dirty="0" err="1">
                <a:solidFill>
                  <a:srgbClr val="444444"/>
                </a:solidFill>
              </a:rPr>
              <a:t>keine</a:t>
            </a:r>
            <a:r>
              <a:rPr sz="1100" dirty="0">
                <a:solidFill>
                  <a:srgbClr val="444444"/>
                </a:solidFill>
              </a:rPr>
              <a:t> </a:t>
            </a:r>
            <a:r>
              <a:rPr sz="1100" dirty="0" err="1">
                <a:solidFill>
                  <a:srgbClr val="444444"/>
                </a:solidFill>
              </a:rPr>
              <a:t>Befehle</a:t>
            </a:r>
            <a:r>
              <a:rPr sz="1100" dirty="0">
                <a:solidFill>
                  <a:srgbClr val="444444"/>
                </a:solidFill>
              </a:rPr>
              <a:t> </a:t>
            </a:r>
            <a:r>
              <a:rPr sz="1100" dirty="0" err="1">
                <a:solidFill>
                  <a:srgbClr val="444444"/>
                </a:solidFill>
              </a:rPr>
              <a:t>ausführen</a:t>
            </a:r>
            <a:endParaRPr sz="1100" dirty="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100" dirty="0">
                <a:solidFill>
                  <a:srgbClr val="444444"/>
                </a:solidFill>
              </a:rPr>
              <a:t>•  LLM-</a:t>
            </a:r>
            <a:r>
              <a:rPr sz="1100" dirty="0" err="1">
                <a:solidFill>
                  <a:srgbClr val="444444"/>
                </a:solidFill>
              </a:rPr>
              <a:t>Agenten</a:t>
            </a:r>
            <a:r>
              <a:rPr sz="1100" dirty="0">
                <a:solidFill>
                  <a:srgbClr val="444444"/>
                </a:solidFill>
              </a:rPr>
              <a:t> </a:t>
            </a:r>
            <a:r>
              <a:rPr sz="1100" dirty="0" err="1">
                <a:solidFill>
                  <a:srgbClr val="444444"/>
                </a:solidFill>
              </a:rPr>
              <a:t>verstanden</a:t>
            </a:r>
            <a:r>
              <a:rPr sz="1100" dirty="0">
                <a:solidFill>
                  <a:srgbClr val="444444"/>
                </a:solidFill>
              </a:rPr>
              <a:t> '</a:t>
            </a:r>
            <a:r>
              <a:rPr sz="1100" dirty="0" err="1">
                <a:solidFill>
                  <a:srgbClr val="444444"/>
                </a:solidFill>
              </a:rPr>
              <a:t>Implementiere</a:t>
            </a:r>
            <a:r>
              <a:rPr sz="1100" dirty="0">
                <a:solidFill>
                  <a:srgbClr val="444444"/>
                </a:solidFill>
              </a:rPr>
              <a:t> Code' nicht </a:t>
            </a:r>
            <a:r>
              <a:rPr sz="1100" dirty="0" err="1">
                <a:solidFill>
                  <a:srgbClr val="444444"/>
                </a:solidFill>
              </a:rPr>
              <a:t>wörtlich</a:t>
            </a:r>
            <a:endParaRPr sz="1100" dirty="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100" dirty="0">
                <a:solidFill>
                  <a:srgbClr val="444444"/>
                </a:solidFill>
              </a:rPr>
              <a:t>•  </a:t>
            </a:r>
            <a:r>
              <a:rPr sz="1100" dirty="0" err="1">
                <a:solidFill>
                  <a:srgbClr val="444444"/>
                </a:solidFill>
              </a:rPr>
              <a:t>Jeder</a:t>
            </a:r>
            <a:r>
              <a:rPr sz="1100" dirty="0">
                <a:solidFill>
                  <a:srgbClr val="444444"/>
                </a:solidFill>
              </a:rPr>
              <a:t> Shell-</a:t>
            </a:r>
            <a:r>
              <a:rPr sz="1100" dirty="0" err="1">
                <a:solidFill>
                  <a:srgbClr val="444444"/>
                </a:solidFill>
              </a:rPr>
              <a:t>Befehl</a:t>
            </a:r>
            <a:r>
              <a:rPr sz="1100" dirty="0">
                <a:solidFill>
                  <a:srgbClr val="444444"/>
                </a:solidFill>
              </a:rPr>
              <a:t> </a:t>
            </a:r>
            <a:r>
              <a:rPr sz="1100" dirty="0" err="1">
                <a:solidFill>
                  <a:srgbClr val="444444"/>
                </a:solidFill>
              </a:rPr>
              <a:t>musste</a:t>
            </a:r>
            <a:r>
              <a:rPr sz="1100" dirty="0">
                <a:solidFill>
                  <a:srgbClr val="444444"/>
                </a:solidFill>
              </a:rPr>
              <a:t> </a:t>
            </a:r>
            <a:r>
              <a:rPr sz="1100" dirty="0" err="1">
                <a:solidFill>
                  <a:srgbClr val="444444"/>
                </a:solidFill>
              </a:rPr>
              <a:t>einzeln</a:t>
            </a:r>
            <a:r>
              <a:rPr sz="1100" dirty="0">
                <a:solidFill>
                  <a:srgbClr val="444444"/>
                </a:solidFill>
              </a:rPr>
              <a:t> </a:t>
            </a:r>
            <a:r>
              <a:rPr sz="1100" dirty="0" err="1">
                <a:solidFill>
                  <a:srgbClr val="444444"/>
                </a:solidFill>
              </a:rPr>
              <a:t>beigebracht</a:t>
            </a:r>
            <a:r>
              <a:rPr sz="1100" dirty="0">
                <a:solidFill>
                  <a:srgbClr val="444444"/>
                </a:solidFill>
              </a:rPr>
              <a:t> </a:t>
            </a:r>
            <a:r>
              <a:rPr sz="1100" dirty="0" err="1">
                <a:solidFill>
                  <a:srgbClr val="444444"/>
                </a:solidFill>
              </a:rPr>
              <a:t>werden</a:t>
            </a:r>
            <a:endParaRPr sz="1100" dirty="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100" dirty="0">
                <a:solidFill>
                  <a:srgbClr val="444444"/>
                </a:solidFill>
              </a:rPr>
              <a:t>•  </a:t>
            </a:r>
            <a:r>
              <a:rPr sz="1100" dirty="0" err="1">
                <a:solidFill>
                  <a:srgbClr val="444444"/>
                </a:solidFill>
              </a:rPr>
              <a:t>Agenten</a:t>
            </a:r>
            <a:r>
              <a:rPr sz="1100" dirty="0">
                <a:solidFill>
                  <a:srgbClr val="444444"/>
                </a:solidFill>
              </a:rPr>
              <a:t> '</a:t>
            </a:r>
            <a:r>
              <a:rPr sz="1100" dirty="0" err="1">
                <a:solidFill>
                  <a:srgbClr val="444444"/>
                </a:solidFill>
              </a:rPr>
              <a:t>halluzinierten</a:t>
            </a:r>
            <a:r>
              <a:rPr sz="1100" dirty="0">
                <a:solidFill>
                  <a:srgbClr val="444444"/>
                </a:solidFill>
              </a:rPr>
              <a:t>' </a:t>
            </a:r>
            <a:r>
              <a:rPr sz="1100" dirty="0" err="1">
                <a:solidFill>
                  <a:srgbClr val="444444"/>
                </a:solidFill>
              </a:rPr>
              <a:t>Dateipfade</a:t>
            </a:r>
            <a:r>
              <a:rPr sz="1100" dirty="0">
                <a:solidFill>
                  <a:srgbClr val="444444"/>
                </a:solidFill>
              </a:rPr>
              <a:t> und </a:t>
            </a:r>
            <a:r>
              <a:rPr sz="1100" dirty="0" err="1">
                <a:solidFill>
                  <a:srgbClr val="444444"/>
                </a:solidFill>
              </a:rPr>
              <a:t>Strukturen</a:t>
            </a:r>
            <a:endParaRPr sz="1100" dirty="0">
              <a:solidFill>
                <a:srgbClr val="444444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01000" y="3474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280160"/>
            <a:ext cx="3657600" cy="45720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129844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48132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Erweiterung mit Codex CLI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737360"/>
            <a:ext cx="3657598" cy="4553712"/>
          </a:xfrm>
          <a:prstGeom prst="rect">
            <a:avLst/>
          </a:prstGeom>
          <a:solidFill>
            <a:srgbClr val="FDF0E0"/>
          </a:solidFill>
          <a:ln w="15240">
            <a:solidFill>
              <a:srgbClr val="E8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59" y="1828800"/>
            <a:ext cx="35204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44444"/>
                </a:solidFill>
              </a:rPr>
              <a:t>•  Developer &amp; Tester als Codex CLI Agenten umgebaut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44444"/>
                </a:solidFill>
              </a:rPr>
              <a:t>•  Codex kann Code schreiben UND ausführen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44444"/>
                </a:solidFill>
              </a:rPr>
              <a:t>•  CodexRunner kapselt subprocess + Sandbox + Streaming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44444"/>
                </a:solidFill>
              </a:rPr>
              <a:t>•  → Stabiles, funktionierendes Multi-Agent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Technologie-Stack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BBD7F0"/>
                </a:solidFill>
              </a:rPr>
              <a:t>Gleicher Stack für </a:t>
            </a:r>
            <a:r>
              <a:rPr lang="de-AT" sz="1300" b="0" i="1" dirty="0">
                <a:solidFill>
                  <a:srgbClr val="BBD7F0"/>
                </a:solidFill>
              </a:rPr>
              <a:t>beide</a:t>
            </a:r>
            <a:r>
              <a:rPr sz="1300" b="0" i="1" dirty="0">
                <a:solidFill>
                  <a:srgbClr val="BBD7F0"/>
                </a:solidFill>
              </a:rPr>
              <a:t> Systeme – </a:t>
            </a:r>
            <a:r>
              <a:rPr lang="de-AT" sz="1300" b="0" i="1" dirty="0">
                <a:solidFill>
                  <a:srgbClr val="BBD7F0"/>
                </a:solidFill>
              </a:rPr>
              <a:t>Vergleichbarkeit</a:t>
            </a:r>
            <a:r>
              <a:rPr sz="1300" b="0" i="1" dirty="0">
                <a:solidFill>
                  <a:srgbClr val="BBD7F0"/>
                </a:solidFill>
              </a:rPr>
              <a:t> </a:t>
            </a:r>
            <a:r>
              <a:rPr lang="de-AT" sz="1300" b="0" i="1" dirty="0">
                <a:solidFill>
                  <a:srgbClr val="BBD7F0"/>
                </a:solidFill>
              </a:rPr>
              <a:t>sichergestellt</a:t>
            </a:r>
            <a:endParaRPr sz="1300" b="0" i="1" dirty="0">
              <a:solidFill>
                <a:srgbClr val="BBD7F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AT" sz="1000">
                <a:solidFill>
                  <a:srgbClr val="AAAAAA"/>
                </a:solidFill>
              </a:rPr>
              <a:t>7</a:t>
            </a:r>
            <a:endParaRPr sz="1000" b="0" i="0">
              <a:solidFill>
                <a:srgbClr val="AAAAAA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577840" cy="2377440"/>
          </a:xfrm>
          <a:prstGeom prst="rect">
            <a:avLst/>
          </a:prstGeom>
          <a:solidFill>
            <a:srgbClr val="E8F4FD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577840" cy="38404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2646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5303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4C81"/>
                </a:solidFill>
              </a:rPr>
              <a:t>Python · </a:t>
            </a:r>
            <a:r>
              <a:rPr sz="1200" b="1" i="0" err="1">
                <a:solidFill>
                  <a:srgbClr val="0F4C81"/>
                </a:solidFill>
              </a:rPr>
              <a:t>FastAPI</a:t>
            </a:r>
            <a:endParaRPr sz="1200" b="1" i="0">
              <a:solidFill>
                <a:srgbClr val="0F4C8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2212848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FastAPI erzwingt saubere Typhinweise und generiert automatisch Swagger-Doku für Reviewer-Agenten.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577840" cy="2377440"/>
          </a:xfrm>
          <a:prstGeom prst="rect">
            <a:avLst/>
          </a:prstGeom>
          <a:solidFill>
            <a:srgbClr val="E6F5EC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577840" cy="38404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42646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Datenbank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828800"/>
            <a:ext cx="5303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3C"/>
                </a:solidFill>
              </a:rPr>
              <a:t>SQLite · </a:t>
            </a:r>
            <a:r>
              <a:rPr sz="1200" b="1" i="0" err="1">
                <a:solidFill>
                  <a:srgbClr val="1A7A3C"/>
                </a:solidFill>
              </a:rPr>
              <a:t>SQLAlchemy</a:t>
            </a:r>
            <a:endParaRPr sz="1200" b="1" i="0">
              <a:solidFill>
                <a:srgbClr val="1A7A3C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46520" y="2212848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SQLite braucht keine externe Infrastruktur → maximale Portabilität. SQLAlchemy testet komplexe DB-Beziehungen.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77639"/>
            <a:ext cx="5577840" cy="2377440"/>
          </a:xfrm>
          <a:prstGeom prst="rect">
            <a:avLst/>
          </a:prstGeom>
          <a:solidFill>
            <a:srgbClr val="FDF0E0"/>
          </a:solidFill>
          <a:ln w="19050">
            <a:solidFill>
              <a:srgbClr val="E8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3977639"/>
            <a:ext cx="5577840" cy="384048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032503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434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A0A"/>
                </a:solidFill>
              </a:rPr>
              <a:t>Vanilla JS · Web Components · Tailwind CSS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18888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Web Components ohne schwere Frameworks – testet, ob Agenten modularen Code kapseln können.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LangGraph-Konzept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7F0"/>
                </a:solidFill>
              </a:rPr>
              <a:t>Grundlage der Multi-Agent Orchestrierung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AT" sz="1000">
                <a:solidFill>
                  <a:srgbClr val="AAAAAA"/>
                </a:solidFill>
              </a:rPr>
              <a:t>8</a:t>
            </a:r>
            <a:endParaRPr sz="1000" b="0" i="0">
              <a:solidFill>
                <a:srgbClr val="AAAAAA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657600" cy="3474720"/>
          </a:xfrm>
          <a:prstGeom prst="rect">
            <a:avLst/>
          </a:prstGeom>
          <a:solidFill>
            <a:srgbClr val="E8F4FD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657600" cy="4114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3441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Nodes (Knoten)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3383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Repräsentieren Agenten oder Funktionen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Jeder Knoten hat eine klar definierte Aufgabe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z.B.: ProductOwnerNode, DeveloperNode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657600" cy="3474720"/>
          </a:xfrm>
          <a:prstGeom prst="rect">
            <a:avLst/>
          </a:prstGeom>
          <a:solidFill>
            <a:srgbClr val="E6F5EC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657600" cy="41148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3441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Edges (Kanten)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737360"/>
            <a:ext cx="3383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Definieren den Datenfluss zwischen Knoten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Können bedingt sein (z.B. bei Fail → Retry)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Ermöglichen zyklische Graphen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280160"/>
            <a:ext cx="3657600" cy="3474720"/>
          </a:xfrm>
          <a:prstGeom prst="rect">
            <a:avLst/>
          </a:prstGeom>
          <a:solidFill>
            <a:srgbClr val="FDF0E0"/>
          </a:solidFill>
          <a:ln w="19050">
            <a:solidFill>
              <a:srgbClr val="E8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280160"/>
            <a:ext cx="3657600" cy="41148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13441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State (Zustand)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737360"/>
            <a:ext cx="3383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Zentrales Objekt, das alle Agenten teilen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Enthält: Requirements, Code, Testergebnisse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Wird zwischen Knoten weitergereicht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937760"/>
            <a:ext cx="11430000" cy="1600200"/>
          </a:xfrm>
          <a:prstGeom prst="rect">
            <a:avLst/>
          </a:prstGeom>
          <a:solidFill>
            <a:srgbClr val="E8F4FD"/>
          </a:solidFill>
          <a:ln w="12700">
            <a:solidFill>
              <a:srgbClr val="1A7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50292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4C81"/>
                </a:solidFill>
              </a:rPr>
              <a:t>Warum LangGraph statt einfacher Chains?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76672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444444"/>
                </a:solidFill>
              </a:rPr>
              <a:t>Klassische</a:t>
            </a:r>
            <a:r>
              <a:rPr sz="1200" b="0" i="0" dirty="0">
                <a:solidFill>
                  <a:srgbClr val="444444"/>
                </a:solidFill>
              </a:rPr>
              <a:t> </a:t>
            </a:r>
            <a:r>
              <a:rPr sz="1200" b="0" i="0" dirty="0" err="1">
                <a:solidFill>
                  <a:srgbClr val="444444"/>
                </a:solidFill>
              </a:rPr>
              <a:t>LangChain</a:t>
            </a:r>
            <a:r>
              <a:rPr sz="1200" b="0" i="0" dirty="0">
                <a:solidFill>
                  <a:srgbClr val="444444"/>
                </a:solidFill>
              </a:rPr>
              <a:t>-Chains </a:t>
            </a:r>
            <a:r>
              <a:rPr sz="1200" b="0" i="0" dirty="0" err="1">
                <a:solidFill>
                  <a:srgbClr val="444444"/>
                </a:solidFill>
              </a:rPr>
              <a:t>sind</a:t>
            </a:r>
            <a:r>
              <a:rPr sz="1200" b="0" i="0" dirty="0">
                <a:solidFill>
                  <a:srgbClr val="444444"/>
                </a:solidFill>
              </a:rPr>
              <a:t> linear –</a:t>
            </a:r>
            <a:r>
              <a:rPr lang="de-AT" sz="1200" b="0" i="0" dirty="0">
                <a:solidFill>
                  <a:srgbClr val="444444"/>
                </a:solidFill>
              </a:rPr>
              <a:t> </a:t>
            </a:r>
            <a:r>
              <a:rPr sz="1200" b="0" i="0" dirty="0" err="1">
                <a:solidFill>
                  <a:srgbClr val="444444"/>
                </a:solidFill>
              </a:rPr>
              <a:t>LangGraph</a:t>
            </a:r>
            <a:r>
              <a:rPr sz="1200" b="0" i="0" dirty="0">
                <a:solidFill>
                  <a:srgbClr val="444444"/>
                </a:solidFill>
              </a:rPr>
              <a:t> </a:t>
            </a:r>
            <a:r>
              <a:rPr sz="1200" b="0" i="0" dirty="0" err="1">
                <a:solidFill>
                  <a:srgbClr val="444444"/>
                </a:solidFill>
              </a:rPr>
              <a:t>erlaubt</a:t>
            </a:r>
            <a:r>
              <a:rPr sz="1200" b="0" i="0" dirty="0">
                <a:solidFill>
                  <a:srgbClr val="444444"/>
                </a:solidFill>
              </a:rPr>
              <a:t> </a:t>
            </a:r>
            <a:r>
              <a:rPr sz="1200" b="0" i="0" dirty="0" err="1">
                <a:solidFill>
                  <a:srgbClr val="444444"/>
                </a:solidFill>
              </a:rPr>
              <a:t>zyklische</a:t>
            </a:r>
            <a:r>
              <a:rPr sz="1200" b="0" i="0" dirty="0">
                <a:solidFill>
                  <a:srgbClr val="444444"/>
                </a:solidFill>
              </a:rPr>
              <a:t>, </a:t>
            </a:r>
            <a:r>
              <a:rPr sz="1200" b="0" i="0" dirty="0" err="1">
                <a:solidFill>
                  <a:srgbClr val="444444"/>
                </a:solidFill>
              </a:rPr>
              <a:t>zustandsbehaftete</a:t>
            </a:r>
            <a:r>
              <a:rPr sz="1200" b="0" i="0" dirty="0">
                <a:solidFill>
                  <a:srgbClr val="444444"/>
                </a:solidFill>
              </a:rPr>
              <a:t> Graphen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Multi-Agent Architektur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7F0"/>
                </a:solidFill>
              </a:rPr>
              <a:t>5 spezialisierte Rollen · LangGraph-Orchestrierung · Automatischer Korrekturlauf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AT" sz="1000" b="0" i="0">
                <a:solidFill>
                  <a:srgbClr val="AAAAAA"/>
                </a:solidFill>
              </a:rPr>
              <a:t>9</a:t>
            </a:r>
            <a:endParaRPr sz="1000" b="0" i="0">
              <a:solidFill>
                <a:srgbClr val="AAAAAA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10411" y="1371600"/>
            <a:ext cx="182880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10411" y="1371600"/>
            <a:ext cx="1828800" cy="34747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6131" y="1408176"/>
            <a:ext cx="1737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Product</a:t>
            </a:r>
            <a:r>
              <a:rPr lang="de-AT" sz="1300" b="1" i="0">
                <a:solidFill>
                  <a:srgbClr val="FFFFFF"/>
                </a:solidFill>
              </a:rPr>
              <a:t> </a:t>
            </a:r>
            <a:r>
              <a:rPr sz="1300" b="1" i="0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9011" y="1783080"/>
            <a:ext cx="1371600" cy="256032"/>
          </a:xfrm>
          <a:prstGeom prst="rect">
            <a:avLst/>
          </a:prstGeom>
          <a:solidFill>
            <a:srgbClr val="D0E8F8"/>
          </a:solidFill>
          <a:ln w="63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9011" y="18013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4C81"/>
                </a:solidFill>
              </a:rP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1" y="212140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444"/>
                </a:solidFill>
              </a:rPr>
              <a:t>Output: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1" y="230428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requirements.md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7499" y="208940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73C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95244" y="1371600"/>
            <a:ext cx="182880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095244" y="1371600"/>
            <a:ext cx="1828800" cy="34747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40963" y="14081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Architect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23844" y="1783080"/>
            <a:ext cx="1371600" cy="256032"/>
          </a:xfrm>
          <a:prstGeom prst="rect">
            <a:avLst/>
          </a:prstGeom>
          <a:solidFill>
            <a:srgbClr val="D0E8F8"/>
          </a:solidFill>
          <a:ln w="63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23844" y="18013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4C81"/>
                </a:solidFill>
              </a:rPr>
              <a:t>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6684" y="212140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444"/>
                </a:solidFill>
              </a:rPr>
              <a:t>Output: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6684" y="230428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architecture.md
+ Work Items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42331" y="208940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73C8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80076" y="1371600"/>
            <a:ext cx="182880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180076" y="1371600"/>
            <a:ext cx="1828800" cy="347472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25796" y="14081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Developer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8676" y="1783080"/>
            <a:ext cx="1371600" cy="256032"/>
          </a:xfrm>
          <a:prstGeom prst="rect">
            <a:avLst/>
          </a:prstGeom>
          <a:solidFill>
            <a:srgbClr val="FDE8CB"/>
          </a:solidFill>
          <a:ln w="6350">
            <a:solidFill>
              <a:srgbClr val="E8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08676" y="18013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6A0A"/>
                </a:solidFill>
              </a:rPr>
              <a:t>Codex CLI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71516" y="212140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444"/>
                </a:solidFill>
              </a:rPr>
              <a:t>Output: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71516" y="230428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Backend +
Frontend 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7164" y="208940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73C8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4908" y="1371600"/>
            <a:ext cx="182880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264908" y="1371600"/>
            <a:ext cx="1828800" cy="347472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0628" y="14081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Tester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508" y="1783080"/>
            <a:ext cx="1371600" cy="256032"/>
          </a:xfrm>
          <a:prstGeom prst="rect">
            <a:avLst/>
          </a:prstGeom>
          <a:solidFill>
            <a:srgbClr val="FDE8CB"/>
          </a:solidFill>
          <a:ln w="6350">
            <a:solidFill>
              <a:srgbClr val="E8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93508" y="18013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6A0A"/>
                </a:solidFill>
              </a:rPr>
              <a:t>Codex CLI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56348" y="212140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444"/>
                </a:solidFill>
              </a:rPr>
              <a:t>Output: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6348" y="230428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tests/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11996" y="208940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73C8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49740" y="1371600"/>
            <a:ext cx="182880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349740" y="1371600"/>
            <a:ext cx="1828800" cy="34747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95460" y="14081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Reviewer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78340" y="1783080"/>
            <a:ext cx="1371600" cy="256032"/>
          </a:xfrm>
          <a:prstGeom prst="rect">
            <a:avLst/>
          </a:prstGeom>
          <a:solidFill>
            <a:srgbClr val="D0E8F8"/>
          </a:solidFill>
          <a:ln w="63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578340" y="18013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4C81"/>
                </a:solidFill>
              </a:rPr>
              <a:t>LLM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41180" y="212140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444"/>
                </a:solidFill>
              </a:rPr>
              <a:t>Output: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41180" y="230428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review.md
Pass / Fail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80076" y="3063240"/>
            <a:ext cx="5998464" cy="45719"/>
          </a:xfrm>
          <a:prstGeom prst="rect">
            <a:avLst/>
          </a:prstGeom>
          <a:solidFill>
            <a:srgbClr val="C0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271516" y="3136392"/>
            <a:ext cx="3950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C02A2A"/>
                </a:solidFill>
              </a:rPr>
              <a:t>Fail → max. 1 Korrekturlauf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80076" y="2880360"/>
            <a:ext cx="36576" cy="228600"/>
          </a:xfrm>
          <a:prstGeom prst="rect">
            <a:avLst/>
          </a:prstGeom>
          <a:solidFill>
            <a:srgbClr val="C0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1178540" y="2880360"/>
            <a:ext cx="36576" cy="228600"/>
          </a:xfrm>
          <a:prstGeom prst="rect">
            <a:avLst/>
          </a:prstGeom>
          <a:solidFill>
            <a:srgbClr val="C0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7200" y="3520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4444"/>
                </a:solidFill>
              </a:rPr>
              <a:t>Legende: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3840480"/>
            <a:ext cx="228600" cy="20116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7240" y="383133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LLM-Agent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160520"/>
            <a:ext cx="228600" cy="201168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77240" y="415137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Codex CLI Agent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0307" y="2907792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err="1">
                <a:solidFill>
                  <a:srgbClr val="555555"/>
                </a:solidFill>
              </a:rPr>
              <a:t>Erstellt</a:t>
            </a:r>
            <a:r>
              <a:rPr sz="900" b="0" i="0">
                <a:solidFill>
                  <a:srgbClr val="555555"/>
                </a:solidFill>
              </a:rPr>
              <a:t> </a:t>
            </a:r>
            <a:r>
              <a:rPr sz="900" b="0" i="0" err="1">
                <a:solidFill>
                  <a:srgbClr val="555555"/>
                </a:solidFill>
              </a:rPr>
              <a:t>strukturierte</a:t>
            </a:r>
            <a:r>
              <a:rPr sz="900" b="0" i="0">
                <a:solidFill>
                  <a:srgbClr val="555555"/>
                </a:solidFill>
              </a:rPr>
              <a:t>
</a:t>
            </a:r>
            <a:r>
              <a:rPr sz="900" b="0" i="0" err="1">
                <a:solidFill>
                  <a:srgbClr val="555555"/>
                </a:solidFill>
              </a:rPr>
              <a:t>Anforderungen</a:t>
            </a:r>
            <a:r>
              <a:rPr sz="900" b="0" i="0">
                <a:solidFill>
                  <a:srgbClr val="555555"/>
                </a:solidFill>
              </a:rPr>
              <a:t> </a:t>
            </a:r>
            <a:r>
              <a:rPr sz="900" b="0" i="0" err="1">
                <a:solidFill>
                  <a:srgbClr val="555555"/>
                </a:solidFill>
              </a:rPr>
              <a:t>aus</a:t>
            </a:r>
            <a:r>
              <a:rPr sz="900" b="0" i="0">
                <a:solidFill>
                  <a:srgbClr val="555555"/>
                </a:solidFill>
              </a:rPr>
              <a:t>
dem User-Request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89147" y="288036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err="1">
                <a:solidFill>
                  <a:srgbClr val="555555"/>
                </a:solidFill>
              </a:rPr>
              <a:t>Entwirft</a:t>
            </a:r>
            <a:r>
              <a:rPr sz="900" b="0" i="0">
                <a:solidFill>
                  <a:srgbClr val="555555"/>
                </a:solidFill>
              </a:rPr>
              <a:t> </a:t>
            </a:r>
            <a:r>
              <a:rPr sz="900" b="0" i="0" err="1">
                <a:solidFill>
                  <a:srgbClr val="555555"/>
                </a:solidFill>
              </a:rPr>
              <a:t>Architektur</a:t>
            </a:r>
            <a:r>
              <a:rPr sz="900" b="0" i="0">
                <a:solidFill>
                  <a:srgbClr val="555555"/>
                </a:solidFill>
              </a:rPr>
              <a:t>,
</a:t>
            </a:r>
            <a:r>
              <a:rPr sz="900" b="0" i="0" err="1">
                <a:solidFill>
                  <a:srgbClr val="555555"/>
                </a:solidFill>
              </a:rPr>
              <a:t>zerlegt</a:t>
            </a:r>
            <a:r>
              <a:rPr sz="900" b="0" i="0">
                <a:solidFill>
                  <a:srgbClr val="555555"/>
                </a:solidFill>
              </a:rPr>
              <a:t> in
Work Items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78551" y="3300984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err="1">
                <a:solidFill>
                  <a:srgbClr val="555555"/>
                </a:solidFill>
              </a:rPr>
              <a:t>Implementiert</a:t>
            </a:r>
            <a:r>
              <a:rPr sz="900" b="0" i="0">
                <a:solidFill>
                  <a:srgbClr val="555555"/>
                </a:solidFill>
              </a:rPr>
              <a:t> Code
je Work Item
(</a:t>
            </a:r>
            <a:r>
              <a:rPr sz="900" b="0" i="0" err="1">
                <a:solidFill>
                  <a:srgbClr val="555555"/>
                </a:solidFill>
              </a:rPr>
              <a:t>parallelisierbar</a:t>
            </a:r>
            <a:r>
              <a:rPr sz="900" b="0" i="0">
                <a:solidFill>
                  <a:srgbClr val="555555"/>
                </a:solidFill>
              </a:rPr>
              <a:t>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4908" y="309118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 err="1">
                <a:solidFill>
                  <a:srgbClr val="555555"/>
                </a:solidFill>
              </a:rPr>
              <a:t>Schreibt</a:t>
            </a:r>
            <a:r>
              <a:rPr sz="900" b="0" i="0" dirty="0">
                <a:solidFill>
                  <a:srgbClr val="555555"/>
                </a:solidFill>
              </a:rPr>
              <a:t> </a:t>
            </a:r>
            <a:r>
              <a:rPr sz="900" b="0" i="0" dirty="0" err="1">
                <a:solidFill>
                  <a:srgbClr val="555555"/>
                </a:solidFill>
              </a:rPr>
              <a:t>pytest</a:t>
            </a:r>
            <a:r>
              <a:rPr sz="900" b="0" i="0" dirty="0">
                <a:solidFill>
                  <a:srgbClr val="555555"/>
                </a:solidFill>
              </a:rPr>
              <a:t>-
</a:t>
            </a:r>
            <a:r>
              <a:rPr sz="900" b="0" i="0" dirty="0" err="1">
                <a:solidFill>
                  <a:srgbClr val="555555"/>
                </a:solidFill>
              </a:rPr>
              <a:t>basierte</a:t>
            </a:r>
            <a:r>
              <a:rPr sz="900" b="0" i="0" dirty="0">
                <a:solidFill>
                  <a:srgbClr val="555555"/>
                </a:solidFill>
              </a:rPr>
              <a:t> Tests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49740" y="3090672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err="1">
                <a:solidFill>
                  <a:srgbClr val="555555"/>
                </a:solidFill>
              </a:rPr>
              <a:t>Bewertet</a:t>
            </a:r>
            <a:r>
              <a:rPr sz="900" b="0" i="0">
                <a:solidFill>
                  <a:srgbClr val="555555"/>
                </a:solidFill>
              </a:rPr>
              <a:t> Code;
Pass/Fail-</a:t>
            </a:r>
            <a:r>
              <a:rPr sz="900" b="0" i="0" err="1">
                <a:solidFill>
                  <a:srgbClr val="555555"/>
                </a:solidFill>
              </a:rPr>
              <a:t>Urteil</a:t>
            </a:r>
            <a:r>
              <a:rPr sz="900" b="0" i="0">
                <a:solidFill>
                  <a:srgbClr val="555555"/>
                </a:solidFill>
              </a:rPr>
              <a:t>
</a:t>
            </a:r>
            <a:r>
              <a:rPr sz="900" b="0" i="0" err="1">
                <a:solidFill>
                  <a:srgbClr val="555555"/>
                </a:solidFill>
              </a:rPr>
              <a:t>mit</a:t>
            </a:r>
            <a:r>
              <a:rPr sz="900" b="0" i="0">
                <a:solidFill>
                  <a:srgbClr val="555555"/>
                </a:solidFill>
              </a:rPr>
              <a:t> </a:t>
            </a:r>
            <a:r>
              <a:rPr sz="900" b="0" i="0" err="1">
                <a:solidFill>
                  <a:srgbClr val="555555"/>
                </a:solidFill>
              </a:rPr>
              <a:t>Korrekturhinweis</a:t>
            </a:r>
            <a:endParaRPr sz="900" b="0" i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Fertige App: Multi-Agent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7F0"/>
                </a:solidFill>
              </a:rPr>
              <a:t>Automatisch generiert durch LangGraph-Orchestrator · GPT-5.5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AT" sz="1000">
                <a:solidFill>
                  <a:srgbClr val="AAAAAA"/>
                </a:solidFill>
              </a:rPr>
              <a:t>10</a:t>
            </a:r>
            <a:endParaRPr sz="1000" b="0" i="0">
              <a:solidFill>
                <a:srgbClr val="AAAAAA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310890" cy="4766312"/>
          </a:xfrm>
          <a:prstGeom prst="rect">
            <a:avLst/>
          </a:prstGeom>
          <a:solidFill>
            <a:srgbClr val="E8F4FD"/>
          </a:solidFill>
          <a:ln w="12700">
            <a:solidFill>
              <a:srgbClr val="1A7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4C81"/>
                </a:solidFill>
              </a:rPr>
              <a:t>Implementierte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55648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Produktübersicht mit Markenfilter &amp; Suche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Produktdetailseite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Warenkorb (In-Memory!)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Checkout &amp; Bestellabschluss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Bestelldetailseite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Produktbewertungen (1–5 Sterne)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Kontaktseite, Impressum, AGB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72 automatisch generierte Tests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Testabdeckung: 96%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28B81972-AC11-44E2-C248-8DF5B6E69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291822"/>
            <a:ext cx="2954402" cy="3023406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7E17805E-6868-5EB4-F32F-EAE9B4692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191" y="4596403"/>
            <a:ext cx="3919195" cy="1450069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52F8FDC7-C449-76BF-1AE0-8D219A05A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801" y="1291822"/>
            <a:ext cx="2762113" cy="2975135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5C91741B-CBC6-E179-A10D-4420474830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634" y="4473926"/>
            <a:ext cx="3840481" cy="17656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Fertige App: Single-Agent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7F0"/>
                </a:solidFill>
              </a:rPr>
              <a:t>Direkt per Codex CLI generiert · GPT-5.5 · Branding: SneakerHaus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AT" sz="1000">
                <a:solidFill>
                  <a:srgbClr val="AAAAAA"/>
                </a:solidFill>
              </a:rPr>
              <a:t>11</a:t>
            </a:r>
            <a:endParaRPr sz="1000" b="0" i="0">
              <a:solidFill>
                <a:srgbClr val="AAAAAA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4114800" cy="4826883"/>
          </a:xfrm>
          <a:prstGeom prst="rect">
            <a:avLst/>
          </a:prstGeom>
          <a:solidFill>
            <a:srgbClr val="FDF0E0"/>
          </a:solidFill>
          <a:ln w="12700">
            <a:solidFill>
              <a:srgbClr val="E8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A0A"/>
                </a:solidFill>
              </a:rPr>
              <a:t>Implementierte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55648"/>
            <a:ext cx="3840480" cy="1928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</a:t>
            </a:r>
            <a:r>
              <a:rPr sz="1200" err="1">
                <a:solidFill>
                  <a:srgbClr val="444444"/>
                </a:solidFill>
              </a:rPr>
              <a:t>Produktübersicht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mit</a:t>
            </a:r>
            <a:r>
              <a:rPr sz="1200">
                <a:solidFill>
                  <a:srgbClr val="444444"/>
                </a:solidFill>
              </a:rPr>
              <a:t> Filter, </a:t>
            </a:r>
            <a:r>
              <a:rPr sz="1200" err="1">
                <a:solidFill>
                  <a:srgbClr val="444444"/>
                </a:solidFill>
              </a:rPr>
              <a:t>Suche</a:t>
            </a:r>
            <a:r>
              <a:rPr sz="1200">
                <a:solidFill>
                  <a:srgbClr val="444444"/>
                </a:solidFill>
              </a:rPr>
              <a:t> &amp; </a:t>
            </a:r>
            <a:r>
              <a:rPr sz="1200" err="1">
                <a:solidFill>
                  <a:srgbClr val="444444"/>
                </a:solidFill>
              </a:rPr>
              <a:t>Sortierung</a:t>
            </a:r>
            <a:endParaRPr sz="120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</a:t>
            </a:r>
            <a:r>
              <a:rPr sz="1200" err="1">
                <a:solidFill>
                  <a:srgbClr val="444444"/>
                </a:solidFill>
              </a:rPr>
              <a:t>Produktdetail</a:t>
            </a:r>
            <a:r>
              <a:rPr sz="1200">
                <a:solidFill>
                  <a:srgbClr val="444444"/>
                </a:solidFill>
              </a:rPr>
              <a:t>: </a:t>
            </a:r>
            <a:r>
              <a:rPr sz="1200" err="1">
                <a:solidFill>
                  <a:srgbClr val="444444"/>
                </a:solidFill>
              </a:rPr>
              <a:t>Größenauswahl</a:t>
            </a:r>
            <a:r>
              <a:rPr sz="1200">
                <a:solidFill>
                  <a:srgbClr val="444444"/>
                </a:solidFill>
              </a:rPr>
              <a:t> &amp; </a:t>
            </a:r>
            <a:r>
              <a:rPr sz="1200" err="1">
                <a:solidFill>
                  <a:srgbClr val="444444"/>
                </a:solidFill>
              </a:rPr>
              <a:t>Mengenstepper</a:t>
            </a:r>
            <a:endParaRPr sz="120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</a:t>
            </a:r>
            <a:r>
              <a:rPr sz="1200" err="1">
                <a:solidFill>
                  <a:srgbClr val="444444"/>
                </a:solidFill>
              </a:rPr>
              <a:t>Warenkorb</a:t>
            </a:r>
            <a:r>
              <a:rPr sz="1200">
                <a:solidFill>
                  <a:srgbClr val="444444"/>
                </a:solidFill>
              </a:rPr>
              <a:t> (</a:t>
            </a:r>
            <a:r>
              <a:rPr sz="1200" err="1">
                <a:solidFill>
                  <a:srgbClr val="444444"/>
                </a:solidFill>
              </a:rPr>
              <a:t>datenbankpersistent</a:t>
            </a:r>
            <a:r>
              <a:rPr sz="1200">
                <a:solidFill>
                  <a:srgbClr val="444444"/>
                </a:solidFill>
              </a:rPr>
              <a:t>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Checkout </a:t>
            </a:r>
            <a:r>
              <a:rPr sz="1200" err="1">
                <a:solidFill>
                  <a:srgbClr val="444444"/>
                </a:solidFill>
              </a:rPr>
              <a:t>mit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Adresse</a:t>
            </a:r>
            <a:r>
              <a:rPr sz="1200">
                <a:solidFill>
                  <a:srgbClr val="444444"/>
                </a:solidFill>
              </a:rPr>
              <a:t> &amp; </a:t>
            </a:r>
            <a:r>
              <a:rPr sz="1200" err="1">
                <a:solidFill>
                  <a:srgbClr val="444444"/>
                </a:solidFill>
              </a:rPr>
              <a:t>Zahlungsmethode</a:t>
            </a:r>
            <a:endParaRPr sz="120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</a:t>
            </a:r>
            <a:r>
              <a:rPr sz="1200" err="1">
                <a:solidFill>
                  <a:srgbClr val="444444"/>
                </a:solidFill>
              </a:rPr>
              <a:t>Bestellbestätigung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mit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Artikelübersicht</a:t>
            </a:r>
            <a:endParaRPr sz="120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</a:t>
            </a:r>
            <a:r>
              <a:rPr sz="1200" err="1">
                <a:solidFill>
                  <a:srgbClr val="444444"/>
                </a:solidFill>
              </a:rPr>
              <a:t>Bewertungen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mit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Sternebewertung</a:t>
            </a:r>
            <a:endParaRPr sz="120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</a:t>
            </a:r>
            <a:r>
              <a:rPr sz="1200" err="1">
                <a:solidFill>
                  <a:srgbClr val="444444"/>
                </a:solidFill>
              </a:rPr>
              <a:t>Impressum</a:t>
            </a:r>
            <a:r>
              <a:rPr sz="1200">
                <a:solidFill>
                  <a:srgbClr val="444444"/>
                </a:solidFill>
              </a:rPr>
              <a:t>, AGB/</a:t>
            </a:r>
            <a:r>
              <a:rPr sz="1200" err="1">
                <a:solidFill>
                  <a:srgbClr val="444444"/>
                </a:solidFill>
              </a:rPr>
              <a:t>Widerruf</a:t>
            </a:r>
            <a:r>
              <a:rPr sz="1200">
                <a:solidFill>
                  <a:srgbClr val="444444"/>
                </a:solidFill>
              </a:rPr>
              <a:t>, </a:t>
            </a:r>
            <a:r>
              <a:rPr sz="1200" err="1">
                <a:solidFill>
                  <a:srgbClr val="444444"/>
                </a:solidFill>
              </a:rPr>
              <a:t>Kontaktseite</a:t>
            </a:r>
            <a:endParaRPr sz="120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21 Tests · </a:t>
            </a:r>
            <a:r>
              <a:rPr sz="1200" err="1">
                <a:solidFill>
                  <a:srgbClr val="444444"/>
                </a:solidFill>
              </a:rPr>
              <a:t>Testabdeckung</a:t>
            </a:r>
            <a:r>
              <a:rPr sz="1200">
                <a:solidFill>
                  <a:srgbClr val="444444"/>
                </a:solidFill>
              </a:rPr>
              <a:t>: 99%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C0903567-3741-692D-3D7E-B8A955DC1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238" y="1291898"/>
            <a:ext cx="2463634" cy="2411422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39173A02-CF12-C669-77EA-9982366D1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398" y="1279483"/>
            <a:ext cx="2372414" cy="2378117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5218538A-794E-72AE-BF10-37C506128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238" y="4070133"/>
            <a:ext cx="5956574" cy="20369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Ergebnisse: Effizienz &amp; Kosten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7F0"/>
                </a:solidFill>
              </a:rPr>
              <a:t>Multi-Agent: 5× langsamer, 4.6× teurer – bei gleichem Endprodukt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1</a:t>
            </a:r>
            <a:r>
              <a:rPr lang="de-AT" sz="1000" b="0" i="0">
                <a:solidFill>
                  <a:srgbClr val="AAAAAA"/>
                </a:solidFill>
              </a:rPr>
              <a:t>2</a:t>
            </a:r>
            <a:endParaRPr sz="1000" b="0" i="0">
              <a:solidFill>
                <a:srgbClr val="AAAAAA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484023"/>
              </p:ext>
            </p:extLst>
          </p:nvPr>
        </p:nvGraphicFramePr>
        <p:xfrm>
          <a:off x="365760" y="1325880"/>
          <a:ext cx="1060704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Metrik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Multi-Agent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Single-Agent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Ausführungen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1 (+ auto. Korrektur)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2 (manuelle Tests-Ausführung)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Ausführungszeit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~50 Minuten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~10 Minuten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5× schneller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Input-Token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~8,7 Millionen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200" b="0"/>
                        <a:t>~2,9 Millionen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200" b="0"/>
                        <a:t>3x weniger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Output-Token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~400.000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200" b="0"/>
                        <a:t>~40</a:t>
                      </a:r>
                      <a:r>
                        <a:rPr sz="1200" b="0"/>
                        <a:t>.</a:t>
                      </a:r>
                      <a:r>
                        <a:rPr lang="de-AT" sz="1200" b="0"/>
                        <a:t>000</a:t>
                      </a:r>
                      <a:endParaRPr sz="1200" b="0"/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200" b="0"/>
                        <a:t>10x weniger</a:t>
                      </a:r>
                      <a:endParaRPr sz="1200" b="0"/>
                    </a:p>
                  </a:txBody>
                  <a:tcPr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API-Requests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~300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200" b="0"/>
                        <a:t>~50</a:t>
                      </a:r>
                      <a:endParaRPr sz="1200" b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200" b="0"/>
                        <a:t>6x weniger</a:t>
                      </a:r>
                      <a:endParaRPr sz="1200" b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Gesamtkosten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$11.25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$2.44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4.6× günstiger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Modell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GPT-5.5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GPT-5.5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200" b="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754880"/>
            <a:ext cx="50292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4800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6A0A"/>
                </a:solidFill>
              </a:rPr>
              <a:t>50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21208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Multi-Agent Laufzeit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4754880"/>
            <a:ext cx="50292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4800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7A3C"/>
                </a:solidFill>
              </a:rPr>
              <a:t>10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521208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Single-Agent Laufzeit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669280"/>
            <a:ext cx="50292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5715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6A0A"/>
                </a:solidFill>
              </a:rPr>
              <a:t>$11.25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8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Multi-Agent Kosten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5669280"/>
            <a:ext cx="50292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80760" y="5715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7A3C"/>
                </a:solidFill>
              </a:rPr>
              <a:t>$2.44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612648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Single-Agent Kosten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Ergebnisse: Tests &amp; Testabdeckung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7F0"/>
                </a:solidFill>
              </a:rPr>
              <a:t>72 vs. 21 Tests – aber Qualität schlägt Quantität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1</a:t>
            </a:r>
            <a:r>
              <a:rPr lang="de-AT" sz="1000" b="0" i="0">
                <a:solidFill>
                  <a:srgbClr val="AAAAAA"/>
                </a:solidFill>
              </a:rPr>
              <a:t>3</a:t>
            </a:r>
            <a:endParaRPr sz="1000" b="0" i="0">
              <a:solidFill>
                <a:srgbClr val="AAAAAA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192715"/>
              </p:ext>
            </p:extLst>
          </p:nvPr>
        </p:nvGraphicFramePr>
        <p:xfrm>
          <a:off x="365760" y="1298448"/>
          <a:ext cx="7006591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9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9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Modul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Multi-Agent Coverage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Single-Agent Coverage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cart.py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orders.py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100%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100%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products.py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reviews.py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100%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100%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database.py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main.py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84%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100%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models.py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schemas.py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100%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100%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seed.py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81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GESAMT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96%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99%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589520" y="1298448"/>
            <a:ext cx="4206240" cy="5029200"/>
          </a:xfrm>
          <a:prstGeom prst="rect">
            <a:avLst/>
          </a:prstGeom>
          <a:solidFill>
            <a:srgbClr val="E8F4FD"/>
          </a:solidFill>
          <a:ln w="12700">
            <a:solidFill>
              <a:srgbClr val="1A7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79" y="138988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err="1">
                <a:solidFill>
                  <a:srgbClr val="0F4C81"/>
                </a:solidFill>
              </a:rPr>
              <a:t>Testqualität</a:t>
            </a:r>
            <a:endParaRPr sz="1400" b="1" i="0">
              <a:solidFill>
                <a:srgbClr val="0F4C8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26679" y="178308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A0A"/>
                </a:solidFill>
              </a:rPr>
              <a:t>Multi-Agent (72 Tests)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10312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44444"/>
                </a:solidFill>
              </a:rPr>
              <a:t>•  Viele syntaktische Prüfungen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44444"/>
                </a:solidFill>
              </a:rPr>
              <a:t>•  Prüfen ob Code-Fragmente existieren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44444"/>
                </a:solidFill>
              </a:rPr>
              <a:t>•  Kein echtes API-Verhalten getestet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44444"/>
                </a:solidFill>
              </a:rPr>
              <a:t>•  16 Deprecation-Warnungen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7033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3C"/>
                </a:solidFill>
              </a:rPr>
              <a:t>Single-Agent (21 Tests)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4023360"/>
            <a:ext cx="3931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dirty="0">
                <a:solidFill>
                  <a:srgbClr val="444444"/>
                </a:solidFill>
              </a:rPr>
              <a:t>•  </a:t>
            </a:r>
            <a:r>
              <a:rPr sz="1100" dirty="0" err="1">
                <a:solidFill>
                  <a:srgbClr val="444444"/>
                </a:solidFill>
              </a:rPr>
              <a:t>Echtes</a:t>
            </a:r>
            <a:r>
              <a:rPr sz="1100" dirty="0">
                <a:solidFill>
                  <a:srgbClr val="444444"/>
                </a:solidFill>
              </a:rPr>
              <a:t> API-</a:t>
            </a:r>
            <a:r>
              <a:rPr sz="1100" dirty="0" err="1">
                <a:solidFill>
                  <a:srgbClr val="444444"/>
                </a:solidFill>
              </a:rPr>
              <a:t>Verhalten</a:t>
            </a:r>
            <a:r>
              <a:rPr sz="1100" dirty="0">
                <a:solidFill>
                  <a:srgbClr val="444444"/>
                </a:solidFill>
              </a:rPr>
              <a:t> </a:t>
            </a:r>
            <a:r>
              <a:rPr sz="1100" dirty="0" err="1">
                <a:solidFill>
                  <a:srgbClr val="444444"/>
                </a:solidFill>
              </a:rPr>
              <a:t>getestet</a:t>
            </a:r>
            <a:endParaRPr sz="1100" dirty="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100" dirty="0">
                <a:solidFill>
                  <a:srgbClr val="444444"/>
                </a:solidFill>
              </a:rPr>
              <a:t>•  Status-Codes &amp; Response-Body</a:t>
            </a:r>
          </a:p>
          <a:p>
            <a:pPr>
              <a:spcBef>
                <a:spcPts val="400"/>
              </a:spcBef>
            </a:pPr>
            <a:r>
              <a:rPr sz="1100" dirty="0">
                <a:solidFill>
                  <a:srgbClr val="444444"/>
                </a:solidFill>
              </a:rPr>
              <a:t>•  </a:t>
            </a:r>
            <a:r>
              <a:rPr lang="de-AT" sz="1100" dirty="0">
                <a:solidFill>
                  <a:srgbClr val="444444"/>
                </a:solidFill>
              </a:rPr>
              <a:t>Business</a:t>
            </a:r>
            <a:r>
              <a:rPr sz="1100" dirty="0" err="1">
                <a:solidFill>
                  <a:srgbClr val="444444"/>
                </a:solidFill>
              </a:rPr>
              <a:t>logik</a:t>
            </a:r>
            <a:r>
              <a:rPr sz="1100" dirty="0">
                <a:solidFill>
                  <a:srgbClr val="444444"/>
                </a:solidFill>
              </a:rPr>
              <a:t> </a:t>
            </a:r>
            <a:r>
              <a:rPr sz="1100" dirty="0" err="1">
                <a:solidFill>
                  <a:srgbClr val="444444"/>
                </a:solidFill>
              </a:rPr>
              <a:t>verifiziert</a:t>
            </a:r>
            <a:endParaRPr sz="1100" dirty="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100" dirty="0">
                <a:solidFill>
                  <a:srgbClr val="444444"/>
                </a:solidFill>
              </a:rPr>
              <a:t>•  Keine </a:t>
            </a:r>
            <a:r>
              <a:rPr sz="1100" dirty="0" err="1">
                <a:solidFill>
                  <a:srgbClr val="444444"/>
                </a:solidFill>
              </a:rPr>
              <a:t>Warnungen</a:t>
            </a:r>
            <a:endParaRPr sz="1100" dirty="0">
              <a:solidFill>
                <a:srgbClr val="444444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26679" y="57607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0F4C81"/>
                </a:solidFill>
              </a:rPr>
              <a:t>Fazit: Weniger Tests, höhere Aussagekraft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Codequalität: Multi-Agent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7F0"/>
                </a:solidFill>
              </a:rPr>
              <a:t>Modular und funktional – aber mit technischen Schwächen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1</a:t>
            </a:r>
            <a:r>
              <a:rPr lang="de-AT" sz="1000" b="0" i="0">
                <a:solidFill>
                  <a:srgbClr val="AAAAAA"/>
                </a:solidFill>
              </a:rPr>
              <a:t>4</a:t>
            </a:r>
            <a:endParaRPr sz="1000" b="0" i="0">
              <a:solidFill>
                <a:srgbClr val="AAAAAA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303520" cy="5212080"/>
          </a:xfrm>
          <a:prstGeom prst="rect">
            <a:avLst/>
          </a:prstGeom>
          <a:solidFill>
            <a:srgbClr val="E6F5EC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303520" cy="38404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3350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✓  Stärken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19072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Modularer Aufbau (Separation of Concerns)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main.py, database.py, models.py, schemas.py, seed.py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API in eigenem /app/api Verzeichnis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100% Coverage auf API-Modulen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CheckConstraint für DB-Validierung (Preis ≥ 0)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escapeHtml für XSS-Schutz im Frontend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Docstrings vorhanden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5486400" cy="5212080"/>
          </a:xfrm>
          <a:prstGeom prst="rect">
            <a:avLst/>
          </a:prstGeom>
          <a:solidFill>
            <a:srgbClr val="FDE8E8"/>
          </a:solidFill>
          <a:ln w="19050">
            <a:solidFill>
              <a:srgbClr val="C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280160"/>
            <a:ext cx="5486400" cy="384048"/>
          </a:xfrm>
          <a:prstGeom prst="rect">
            <a:avLst/>
          </a:prstGeom>
          <a:solidFill>
            <a:srgbClr val="C0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33502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✗  Schwächen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19072"/>
            <a:ext cx="5212080" cy="1456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@app.on_event('startup') – deprecated → 16 </a:t>
            </a:r>
            <a:r>
              <a:rPr sz="1200" err="1">
                <a:solidFill>
                  <a:srgbClr val="444444"/>
                </a:solidFill>
              </a:rPr>
              <a:t>Warnungen</a:t>
            </a:r>
            <a:endParaRPr sz="120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</a:t>
            </a:r>
            <a:r>
              <a:rPr sz="1200" err="1">
                <a:solidFill>
                  <a:srgbClr val="444444"/>
                </a:solidFill>
              </a:rPr>
              <a:t>datetime.utcnow</a:t>
            </a:r>
            <a:r>
              <a:rPr sz="1200">
                <a:solidFill>
                  <a:srgbClr val="444444"/>
                </a:solidFill>
              </a:rPr>
              <a:t>() – deprecated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</a:t>
            </a:r>
            <a:r>
              <a:rPr sz="1200" err="1">
                <a:solidFill>
                  <a:srgbClr val="444444"/>
                </a:solidFill>
              </a:rPr>
              <a:t>Warenkorb</a:t>
            </a:r>
            <a:r>
              <a:rPr sz="1200">
                <a:solidFill>
                  <a:srgbClr val="444444"/>
                </a:solidFill>
              </a:rPr>
              <a:t> in-memory (</a:t>
            </a:r>
            <a:r>
              <a:rPr sz="1200" err="1">
                <a:solidFill>
                  <a:srgbClr val="444444"/>
                </a:solidFill>
              </a:rPr>
              <a:t>geht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bei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Neustart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verloren</a:t>
            </a:r>
            <a:r>
              <a:rPr sz="1200">
                <a:solidFill>
                  <a:srgbClr val="444444"/>
                </a:solidFill>
              </a:rPr>
              <a:t>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Keine </a:t>
            </a:r>
            <a:r>
              <a:rPr sz="1200" err="1">
                <a:solidFill>
                  <a:srgbClr val="444444"/>
                </a:solidFill>
              </a:rPr>
              <a:t>Eingabevalidierung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beim</a:t>
            </a:r>
            <a:r>
              <a:rPr sz="1200">
                <a:solidFill>
                  <a:srgbClr val="444444"/>
                </a:solidFill>
              </a:rPr>
              <a:t> Checkout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Kein </a:t>
            </a:r>
            <a:r>
              <a:rPr sz="1200" err="1">
                <a:solidFill>
                  <a:srgbClr val="444444"/>
                </a:solidFill>
              </a:rPr>
              <a:t>einheitliches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Fehlerformat</a:t>
            </a:r>
            <a:r>
              <a:rPr sz="1200">
                <a:solidFill>
                  <a:srgbClr val="444444"/>
                </a:solidFill>
              </a:rPr>
              <a:t> für Clients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Viele Tests </a:t>
            </a:r>
            <a:r>
              <a:rPr sz="1200" err="1">
                <a:solidFill>
                  <a:srgbClr val="444444"/>
                </a:solidFill>
              </a:rPr>
              <a:t>nur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syntaktisch</a:t>
            </a:r>
            <a:r>
              <a:rPr sz="1200">
                <a:solidFill>
                  <a:srgbClr val="444444"/>
                </a:solidFill>
              </a:rPr>
              <a:t>, </a:t>
            </a:r>
            <a:r>
              <a:rPr sz="1200" err="1">
                <a:solidFill>
                  <a:srgbClr val="444444"/>
                </a:solidFill>
              </a:rPr>
              <a:t>kein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echtes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Verhalten</a:t>
            </a:r>
            <a:endParaRPr sz="120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Codequalität: Single-Agent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7F0"/>
                </a:solidFill>
              </a:rPr>
              <a:t>Modern · Sicherheitsbewusst · Persistente Architektur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1</a:t>
            </a:r>
            <a:r>
              <a:rPr lang="de-AT" sz="1000" b="0" i="0">
                <a:solidFill>
                  <a:srgbClr val="AAAAAA"/>
                </a:solidFill>
              </a:rPr>
              <a:t>5</a:t>
            </a:r>
            <a:endParaRPr sz="1000" b="0" i="0">
              <a:solidFill>
                <a:srgbClr val="AAAAAA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303520" cy="5111496"/>
          </a:xfrm>
          <a:prstGeom prst="rect">
            <a:avLst/>
          </a:prstGeom>
          <a:solidFill>
            <a:srgbClr val="E6F5EC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303520" cy="38404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3350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✓  Stärken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19072"/>
            <a:ext cx="5029200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</a:t>
            </a:r>
            <a:r>
              <a:rPr sz="1200" err="1">
                <a:solidFill>
                  <a:srgbClr val="444444"/>
                </a:solidFill>
              </a:rPr>
              <a:t>Modernes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FastAPI</a:t>
            </a:r>
            <a:r>
              <a:rPr sz="1200">
                <a:solidFill>
                  <a:srgbClr val="444444"/>
                </a:solidFill>
              </a:rPr>
              <a:t>: @asynccontextmanager lifespan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</a:t>
            </a:r>
            <a:r>
              <a:rPr sz="1200" err="1">
                <a:solidFill>
                  <a:srgbClr val="444444"/>
                </a:solidFill>
              </a:rPr>
              <a:t>Warenkorb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datenbankpersistent</a:t>
            </a:r>
            <a:r>
              <a:rPr sz="1200">
                <a:solidFill>
                  <a:srgbClr val="444444"/>
                </a:solidFill>
              </a:rPr>
              <a:t> (</a:t>
            </a:r>
            <a:r>
              <a:rPr sz="1200" err="1">
                <a:solidFill>
                  <a:srgbClr val="444444"/>
                </a:solidFill>
              </a:rPr>
              <a:t>kein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Datenverlust</a:t>
            </a:r>
            <a:r>
              <a:rPr sz="1200">
                <a:solidFill>
                  <a:srgbClr val="444444"/>
                </a:solidFill>
              </a:rPr>
              <a:t>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/docs und /</a:t>
            </a:r>
            <a:r>
              <a:rPr sz="1200" err="1">
                <a:solidFill>
                  <a:srgbClr val="444444"/>
                </a:solidFill>
              </a:rPr>
              <a:t>redoc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explizit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deaktiviert</a:t>
            </a:r>
            <a:endParaRPr sz="120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CORS auf localhost </a:t>
            </a:r>
            <a:r>
              <a:rPr sz="1200" err="1">
                <a:solidFill>
                  <a:srgbClr val="444444"/>
                </a:solidFill>
              </a:rPr>
              <a:t>beschränkt</a:t>
            </a:r>
            <a:endParaRPr sz="120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</a:t>
            </a:r>
            <a:r>
              <a:rPr sz="1200" err="1">
                <a:solidFill>
                  <a:srgbClr val="444444"/>
                </a:solidFill>
              </a:rPr>
              <a:t>Zentrales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Fehlerformat</a:t>
            </a:r>
            <a:r>
              <a:rPr sz="1200">
                <a:solidFill>
                  <a:srgbClr val="444444"/>
                </a:solidFill>
              </a:rPr>
              <a:t>: </a:t>
            </a:r>
            <a:r>
              <a:rPr sz="1200" err="1">
                <a:solidFill>
                  <a:srgbClr val="444444"/>
                </a:solidFill>
              </a:rPr>
              <a:t>keine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internen</a:t>
            </a:r>
            <a:r>
              <a:rPr sz="1200">
                <a:solidFill>
                  <a:srgbClr val="444444"/>
                </a:solidFill>
              </a:rPr>
              <a:t> Details </a:t>
            </a:r>
            <a:r>
              <a:rPr sz="1200" err="1">
                <a:solidFill>
                  <a:srgbClr val="444444"/>
                </a:solidFill>
              </a:rPr>
              <a:t>geleakt</a:t>
            </a:r>
            <a:endParaRPr sz="120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Debounced Search (</a:t>
            </a:r>
            <a:r>
              <a:rPr sz="1200" err="1">
                <a:solidFill>
                  <a:srgbClr val="444444"/>
                </a:solidFill>
              </a:rPr>
              <a:t>verhindert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unnötige</a:t>
            </a:r>
            <a:r>
              <a:rPr sz="1200">
                <a:solidFill>
                  <a:srgbClr val="444444"/>
                </a:solidFill>
              </a:rPr>
              <a:t> API-Calls)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</a:t>
            </a:r>
            <a:r>
              <a:rPr sz="1200" err="1">
                <a:solidFill>
                  <a:srgbClr val="444444"/>
                </a:solidFill>
              </a:rPr>
              <a:t>Vollständige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serverseitige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Eingabevalidierung</a:t>
            </a:r>
            <a:endParaRPr sz="120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Moderne </a:t>
            </a:r>
            <a:r>
              <a:rPr sz="1200" err="1">
                <a:solidFill>
                  <a:srgbClr val="444444"/>
                </a:solidFill>
              </a:rPr>
              <a:t>SQLAlchemy</a:t>
            </a:r>
            <a:r>
              <a:rPr sz="1200">
                <a:solidFill>
                  <a:srgbClr val="444444"/>
                </a:solidFill>
              </a:rPr>
              <a:t> Mapped-</a:t>
            </a:r>
            <a:r>
              <a:rPr sz="1200" err="1">
                <a:solidFill>
                  <a:srgbClr val="444444"/>
                </a:solidFill>
              </a:rPr>
              <a:t>Annotationen</a:t>
            </a:r>
            <a:endParaRPr sz="120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Keine IDE-</a:t>
            </a:r>
            <a:r>
              <a:rPr sz="1200" err="1">
                <a:solidFill>
                  <a:srgbClr val="444444"/>
                </a:solidFill>
              </a:rPr>
              <a:t>Warnungen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oder</a:t>
            </a:r>
            <a:r>
              <a:rPr sz="1200">
                <a:solidFill>
                  <a:srgbClr val="444444"/>
                </a:solidFill>
              </a:rPr>
              <a:t> Deprecation-</a:t>
            </a:r>
            <a:r>
              <a:rPr sz="1200" err="1">
                <a:solidFill>
                  <a:srgbClr val="444444"/>
                </a:solidFill>
              </a:rPr>
              <a:t>Hinweise</a:t>
            </a:r>
            <a:endParaRPr sz="1200">
              <a:solidFill>
                <a:srgbClr val="444444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09360" y="1303020"/>
            <a:ext cx="5486400" cy="5088636"/>
          </a:xfrm>
          <a:prstGeom prst="rect">
            <a:avLst/>
          </a:prstGeom>
          <a:solidFill>
            <a:srgbClr val="FDE8E8"/>
          </a:solidFill>
          <a:ln w="19050">
            <a:solidFill>
              <a:srgbClr val="C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280160"/>
            <a:ext cx="5486400" cy="384048"/>
          </a:xfrm>
          <a:prstGeom prst="rect">
            <a:avLst/>
          </a:prstGeom>
          <a:solidFill>
            <a:srgbClr val="C0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335024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✗  </a:t>
            </a:r>
            <a:r>
              <a:rPr lang="de-AT" sz="1400" b="1">
                <a:solidFill>
                  <a:srgbClr val="FFFFFF"/>
                </a:solidFill>
              </a:rPr>
              <a:t>Schwächen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46520" y="1719072"/>
            <a:ext cx="521208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Tests </a:t>
            </a:r>
            <a:r>
              <a:rPr sz="1200" err="1">
                <a:solidFill>
                  <a:srgbClr val="444444"/>
                </a:solidFill>
              </a:rPr>
              <a:t>benötigten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zweiten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manuellen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Ausführungslauf</a:t>
            </a:r>
            <a:endParaRPr sz="120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Frontend-Tests </a:t>
            </a:r>
            <a:r>
              <a:rPr sz="1200" err="1">
                <a:solidFill>
                  <a:srgbClr val="444444"/>
                </a:solidFill>
              </a:rPr>
              <a:t>auch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nur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strukturell</a:t>
            </a:r>
            <a:r>
              <a:rPr sz="1200">
                <a:solidFill>
                  <a:srgbClr val="444444"/>
                </a:solidFill>
              </a:rPr>
              <a:t> (</a:t>
            </a:r>
            <a:r>
              <a:rPr sz="1200" err="1">
                <a:solidFill>
                  <a:srgbClr val="444444"/>
                </a:solidFill>
              </a:rPr>
              <a:t>kein</a:t>
            </a:r>
            <a:r>
              <a:rPr sz="1200">
                <a:solidFill>
                  <a:srgbClr val="444444"/>
                </a:solidFill>
              </a:rPr>
              <a:t> E2E)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Keine </a:t>
            </a:r>
            <a:r>
              <a:rPr sz="1200" err="1">
                <a:solidFill>
                  <a:srgbClr val="444444"/>
                </a:solidFill>
              </a:rPr>
              <a:t>echter</a:t>
            </a:r>
            <a:r>
              <a:rPr sz="1200">
                <a:solidFill>
                  <a:srgbClr val="444444"/>
                </a:solidFill>
              </a:rPr>
              <a:t> Browser-Tests (Playwright/Selenium)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Direktvergleich: Alle Kriterien auf einen Blick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1</a:t>
            </a:r>
            <a:r>
              <a:rPr lang="de-AT" sz="1000" b="0" i="0">
                <a:solidFill>
                  <a:srgbClr val="AAAAAA"/>
                </a:solidFill>
              </a:rPr>
              <a:t>6</a:t>
            </a:r>
            <a:endParaRPr sz="1000" b="0" i="0">
              <a:solidFill>
                <a:srgbClr val="AAAAAA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024158"/>
              </p:ext>
            </p:extLst>
          </p:nvPr>
        </p:nvGraphicFramePr>
        <p:xfrm>
          <a:off x="365760" y="1298448"/>
          <a:ext cx="1088136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 err="1">
                          <a:solidFill>
                            <a:srgbClr val="FFFFFF"/>
                          </a:solidFill>
                        </a:rPr>
                        <a:t>Kriterium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Multi-Agent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Single-Agent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Gewinner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Codequalität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Modular, deprecated APIs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Modern, kein Deprecated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Single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Persistenz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In-Memory Warenkorb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DB-persistenter Warenkorb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Single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Testanzahl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72 Tests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21 Tests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Multi (quantitativ)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Testqualität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Syntaktisch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Echtes API-Verhalten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Single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Testabdeckung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96%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99%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Single ✓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Ausführungszeit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~50 Minuten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~10 Minuten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Single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Kosten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$11.25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$2.44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Single ✓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Input-Validierung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err="1"/>
                        <a:t>Unvollständig</a:t>
                      </a:r>
                      <a:endParaRPr sz="1100" b="0"/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Konsequent (server-side)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/>
                        <a:t>Single ✓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Warum hat Multi-Agent schlechter abgeschnitten?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7F0"/>
                </a:solidFill>
              </a:rPr>
              <a:t>Mögliche Erklärungen für Qualitätsdefizite &amp; hohen Token-Verbrauch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394960" cy="5212080"/>
          </a:xfrm>
          <a:prstGeom prst="rect">
            <a:avLst/>
          </a:prstGeom>
          <a:solidFill>
            <a:srgbClr val="FDE8E8"/>
          </a:solidFill>
          <a:ln w="19050">
            <a:solidFill>
              <a:srgbClr val="C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394960" cy="384048"/>
          </a:xfrm>
          <a:prstGeom prst="rect">
            <a:avLst/>
          </a:prstGeom>
          <a:solidFill>
            <a:srgbClr val="C0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33502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Warum war die Codequalität geringer?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51206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77393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A2A"/>
                </a:solidFill>
              </a:rPr>
              <a:t>Kontext-Fragmentierung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39112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444444"/>
                </a:solidFill>
              </a:rPr>
              <a:t>Jeder</a:t>
            </a:r>
            <a:r>
              <a:rPr sz="900" b="0" i="0" dirty="0">
                <a:solidFill>
                  <a:srgbClr val="444444"/>
                </a:solidFill>
              </a:rPr>
              <a:t> Agent </a:t>
            </a:r>
            <a:r>
              <a:rPr sz="900" b="0" i="0" dirty="0" err="1">
                <a:solidFill>
                  <a:srgbClr val="444444"/>
                </a:solidFill>
              </a:rPr>
              <a:t>sieht</a:t>
            </a:r>
            <a:r>
              <a:rPr sz="900" b="0" i="0" dirty="0">
                <a:solidFill>
                  <a:srgbClr val="444444"/>
                </a:solidFill>
              </a:rPr>
              <a:t> </a:t>
            </a:r>
            <a:r>
              <a:rPr sz="900" b="0" i="0" dirty="0" err="1">
                <a:solidFill>
                  <a:srgbClr val="444444"/>
                </a:solidFill>
              </a:rPr>
              <a:t>nur</a:t>
            </a:r>
            <a:r>
              <a:rPr sz="900" b="0" i="0" dirty="0">
                <a:solidFill>
                  <a:srgbClr val="444444"/>
                </a:solidFill>
              </a:rPr>
              <a:t> seinen </a:t>
            </a:r>
            <a:r>
              <a:rPr sz="900" b="0" i="0" dirty="0" err="1">
                <a:solidFill>
                  <a:srgbClr val="444444"/>
                </a:solidFill>
              </a:rPr>
              <a:t>Ausschnitt</a:t>
            </a:r>
            <a:r>
              <a:rPr sz="900" b="0" i="0" dirty="0">
                <a:solidFill>
                  <a:srgbClr val="444444"/>
                </a:solidFill>
              </a:rPr>
              <a:t>.</a:t>
            </a:r>
            <a:endParaRPr lang="de-AT" sz="900" dirty="0">
              <a:solidFill>
                <a:srgbClr val="444444"/>
              </a:solidFill>
            </a:endParaRPr>
          </a:p>
          <a:p>
            <a:pPr algn="l"/>
            <a:r>
              <a:rPr sz="900" b="0" i="0" dirty="0">
                <a:solidFill>
                  <a:srgbClr val="444444"/>
                </a:solidFill>
              </a:rPr>
              <a:t>Developer </a:t>
            </a:r>
            <a:r>
              <a:rPr sz="900" b="0" i="0" dirty="0" err="1">
                <a:solidFill>
                  <a:srgbClr val="444444"/>
                </a:solidFill>
              </a:rPr>
              <a:t>kennt</a:t>
            </a:r>
            <a:r>
              <a:rPr sz="900" b="0" i="0" dirty="0">
                <a:solidFill>
                  <a:srgbClr val="444444"/>
                </a:solidFill>
              </a:rPr>
              <a:t> </a:t>
            </a:r>
            <a:r>
              <a:rPr sz="900" b="0" i="0" dirty="0" err="1">
                <a:solidFill>
                  <a:srgbClr val="444444"/>
                </a:solidFill>
              </a:rPr>
              <a:t>nur</a:t>
            </a:r>
            <a:r>
              <a:rPr sz="900" b="0" i="0" dirty="0">
                <a:solidFill>
                  <a:srgbClr val="444444"/>
                </a:solidFill>
              </a:rPr>
              <a:t> requirements.md –</a:t>
            </a:r>
            <a:r>
              <a:rPr lang="de-AT" sz="900" b="0" i="0" dirty="0">
                <a:solidFill>
                  <a:srgbClr val="444444"/>
                </a:solidFill>
              </a:rPr>
              <a:t> </a:t>
            </a:r>
            <a:r>
              <a:rPr sz="900" b="0" i="0" dirty="0" err="1">
                <a:solidFill>
                  <a:srgbClr val="444444"/>
                </a:solidFill>
              </a:rPr>
              <a:t>kein</a:t>
            </a:r>
            <a:r>
              <a:rPr sz="900" b="0" i="0" dirty="0">
                <a:solidFill>
                  <a:srgbClr val="444444"/>
                </a:solidFill>
              </a:rPr>
              <a:t> </a:t>
            </a:r>
            <a:r>
              <a:rPr sz="900" b="0" i="0" dirty="0" err="1">
                <a:solidFill>
                  <a:srgbClr val="444444"/>
                </a:solidFill>
              </a:rPr>
              <a:t>Gesamtbild</a:t>
            </a:r>
            <a:r>
              <a:rPr sz="900" b="0" i="0" dirty="0">
                <a:solidFill>
                  <a:srgbClr val="444444"/>
                </a:solidFill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52928"/>
            <a:ext cx="51206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889504"/>
            <a:ext cx="4846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AT" sz="1100" b="1" dirty="0" err="1">
                <a:solidFill>
                  <a:srgbClr val="E86A0A"/>
                </a:solidFill>
              </a:rPr>
              <a:t>Kommunikations</a:t>
            </a:r>
            <a:r>
              <a:rPr lang="de-AT" sz="1100" b="1" dirty="0">
                <a:solidFill>
                  <a:srgbClr val="E86A0A"/>
                </a:solidFill>
              </a:rPr>
              <a:t> - Overhead</a:t>
            </a:r>
            <a:endParaRPr sz="1100" b="1" i="0" dirty="0">
              <a:solidFill>
                <a:srgbClr val="E86A0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3154680"/>
            <a:ext cx="48463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AT" sz="900" b="0" i="0" dirty="0">
                <a:solidFill>
                  <a:srgbClr val="444444"/>
                </a:solidFill>
              </a:rPr>
              <a:t>Kontextweitergabe</a:t>
            </a:r>
            <a:r>
              <a:rPr sz="900" b="0" i="0" dirty="0">
                <a:solidFill>
                  <a:srgbClr val="444444"/>
                </a:solidFill>
              </a:rPr>
              <a:t>
</a:t>
            </a:r>
            <a:r>
              <a:rPr lang="de-AT" sz="900" b="0" i="0" dirty="0">
                <a:solidFill>
                  <a:srgbClr val="444444"/>
                </a:solidFill>
              </a:rPr>
              <a:t>Entscheidungen Synchronisieren (erhöht Kosten &amp; Fehlerrisiko)</a:t>
            </a:r>
            <a:r>
              <a:rPr sz="900" b="0" i="0" dirty="0">
                <a:solidFill>
                  <a:srgbClr val="444444"/>
                </a:solidFill>
              </a:rPr>
              <a:t>
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68496"/>
            <a:ext cx="51206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00507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0A"/>
                </a:solidFill>
              </a:rPr>
              <a:t>Reviewer-Feedback zu spät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70248"/>
            <a:ext cx="48463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Schlechte </a:t>
            </a:r>
            <a:r>
              <a:rPr lang="de-AT" sz="900" b="0" i="0">
                <a:solidFill>
                  <a:srgbClr val="444444"/>
                </a:solidFill>
              </a:rPr>
              <a:t>Entscheidungen</a:t>
            </a:r>
            <a:r>
              <a:rPr sz="900" b="0" i="0">
                <a:solidFill>
                  <a:srgbClr val="444444"/>
                </a:solidFill>
              </a:rPr>
              <a:t>
</a:t>
            </a:r>
            <a:r>
              <a:rPr lang="de-AT" sz="900" b="0" i="0">
                <a:solidFill>
                  <a:srgbClr val="444444"/>
                </a:solidFill>
              </a:rPr>
              <a:t>wurden</a:t>
            </a:r>
            <a:r>
              <a:rPr sz="900" b="0" i="0">
                <a:solidFill>
                  <a:srgbClr val="444444"/>
                </a:solidFill>
              </a:rPr>
              <a:t> </a:t>
            </a:r>
            <a:r>
              <a:rPr lang="de-AT" sz="900" b="0" i="0">
                <a:solidFill>
                  <a:srgbClr val="444444"/>
                </a:solidFill>
              </a:rPr>
              <a:t>im</a:t>
            </a:r>
            <a:r>
              <a:rPr sz="900" b="0" i="0">
                <a:solidFill>
                  <a:srgbClr val="444444"/>
                </a:solidFill>
              </a:rPr>
              <a:t> Architect-Schritt </a:t>
            </a:r>
            <a:r>
              <a:rPr lang="de-AT" sz="900" b="0" i="0">
                <a:solidFill>
                  <a:srgbClr val="444444"/>
                </a:solidFill>
              </a:rPr>
              <a:t>getroffen</a:t>
            </a:r>
            <a:r>
              <a:rPr sz="900" b="0" i="0">
                <a:solidFill>
                  <a:srgbClr val="444444"/>
                </a:solidFill>
              </a:rPr>
              <a:t> –
der Reviewer </a:t>
            </a:r>
            <a:r>
              <a:rPr lang="de-AT" sz="900" b="0" i="0">
                <a:solidFill>
                  <a:srgbClr val="444444"/>
                </a:solidFill>
              </a:rPr>
              <a:t>korrigiert</a:t>
            </a:r>
            <a:r>
              <a:rPr sz="900" b="0" i="0">
                <a:solidFill>
                  <a:srgbClr val="444444"/>
                </a:solidFill>
              </a:rPr>
              <a:t> </a:t>
            </a:r>
            <a:r>
              <a:rPr lang="de-AT" sz="900" b="0" i="0">
                <a:solidFill>
                  <a:srgbClr val="444444"/>
                </a:solidFill>
              </a:rPr>
              <a:t>nur</a:t>
            </a:r>
            <a:r>
              <a:rPr sz="900" b="0" i="0">
                <a:solidFill>
                  <a:srgbClr val="444444"/>
                </a:solidFill>
              </a:rPr>
              <a:t> den Code, nicht die </a:t>
            </a:r>
            <a:r>
              <a:rPr lang="de-AT" sz="900" b="0" i="0">
                <a:solidFill>
                  <a:srgbClr val="444444"/>
                </a:solidFill>
              </a:rPr>
              <a:t>Architektur</a:t>
            </a:r>
            <a:r>
              <a:rPr sz="900" b="0" i="0">
                <a:solidFill>
                  <a:srgbClr val="444444"/>
                </a:solidFill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084064"/>
            <a:ext cx="51206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1206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4444"/>
                </a:solidFill>
              </a:rPr>
              <a:t>Informationsverlust zwischen Prompts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85816"/>
            <a:ext cx="48463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44444"/>
                </a:solidFill>
              </a:rPr>
              <a:t>requirements.md → architecture.md → developer-prompt:
</a:t>
            </a:r>
            <a:r>
              <a:rPr sz="900" b="0" i="0" dirty="0" err="1">
                <a:solidFill>
                  <a:srgbClr val="444444"/>
                </a:solidFill>
              </a:rPr>
              <a:t>Jede</a:t>
            </a:r>
            <a:r>
              <a:rPr sz="900" b="0" i="0" dirty="0">
                <a:solidFill>
                  <a:srgbClr val="444444"/>
                </a:solidFill>
              </a:rPr>
              <a:t> </a:t>
            </a:r>
            <a:r>
              <a:rPr sz="900" b="0" i="0" dirty="0" err="1">
                <a:solidFill>
                  <a:srgbClr val="444444"/>
                </a:solidFill>
              </a:rPr>
              <a:t>Übergabe</a:t>
            </a:r>
            <a:r>
              <a:rPr sz="900" b="0" i="0" dirty="0">
                <a:solidFill>
                  <a:srgbClr val="444444"/>
                </a:solidFill>
              </a:rPr>
              <a:t> </a:t>
            </a:r>
            <a:r>
              <a:rPr sz="900" b="0" i="0" dirty="0" err="1">
                <a:solidFill>
                  <a:srgbClr val="444444"/>
                </a:solidFill>
              </a:rPr>
              <a:t>verliert</a:t>
            </a:r>
            <a:r>
              <a:rPr sz="900" b="0" i="0" dirty="0">
                <a:solidFill>
                  <a:srgbClr val="444444"/>
                </a:solidFill>
              </a:rPr>
              <a:t> Wissen,
das </a:t>
            </a:r>
            <a:r>
              <a:rPr sz="900" b="0" i="0" dirty="0" err="1">
                <a:solidFill>
                  <a:srgbClr val="444444"/>
                </a:solidFill>
              </a:rPr>
              <a:t>ein</a:t>
            </a:r>
            <a:r>
              <a:rPr sz="900" b="0" i="0" dirty="0">
                <a:solidFill>
                  <a:srgbClr val="444444"/>
                </a:solidFill>
              </a:rPr>
              <a:t> Single-Agent</a:t>
            </a:r>
            <a:r>
              <a:rPr lang="de-AT" sz="900" b="0" i="0" dirty="0">
                <a:solidFill>
                  <a:srgbClr val="444444"/>
                </a:solidFill>
              </a:rPr>
              <a:t> bei kleineren Projekten</a:t>
            </a:r>
            <a:r>
              <a:rPr sz="900" b="0" i="0" dirty="0">
                <a:solidFill>
                  <a:srgbClr val="444444"/>
                </a:solidFill>
              </a:rPr>
              <a:t> </a:t>
            </a:r>
            <a:r>
              <a:rPr sz="900" b="0" i="0" dirty="0" err="1">
                <a:solidFill>
                  <a:srgbClr val="444444"/>
                </a:solidFill>
              </a:rPr>
              <a:t>einfach</a:t>
            </a:r>
            <a:r>
              <a:rPr sz="900" b="0" i="0" dirty="0">
                <a:solidFill>
                  <a:srgbClr val="444444"/>
                </a:solidFill>
              </a:rPr>
              <a:t> '</a:t>
            </a:r>
            <a:r>
              <a:rPr sz="900" b="0" i="0" dirty="0" err="1">
                <a:solidFill>
                  <a:srgbClr val="444444"/>
                </a:solidFill>
              </a:rPr>
              <a:t>im</a:t>
            </a:r>
            <a:r>
              <a:rPr sz="900" b="0" i="0" dirty="0">
                <a:solidFill>
                  <a:srgbClr val="444444"/>
                </a:solidFill>
              </a:rPr>
              <a:t> Kopf </a:t>
            </a:r>
            <a:r>
              <a:rPr sz="900" b="0" i="0" dirty="0" err="1">
                <a:solidFill>
                  <a:srgbClr val="444444"/>
                </a:solidFill>
              </a:rPr>
              <a:t>behält</a:t>
            </a:r>
            <a:r>
              <a:rPr sz="900" b="0" i="0" dirty="0">
                <a:solidFill>
                  <a:srgbClr val="444444"/>
                </a:solidFill>
              </a:rPr>
              <a:t>'.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1280160"/>
            <a:ext cx="5715000" cy="5212080"/>
          </a:xfrm>
          <a:prstGeom prst="rect">
            <a:avLst/>
          </a:prstGeom>
          <a:solidFill>
            <a:srgbClr val="FDF0E0"/>
          </a:solidFill>
          <a:ln w="19050">
            <a:solidFill>
              <a:srgbClr val="E8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80760" y="1280160"/>
            <a:ext cx="5715000" cy="384048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1335024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Warum ~8,7 Mio. Input-Token?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737360"/>
            <a:ext cx="5440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1773936"/>
            <a:ext cx="5166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0A"/>
                </a:solidFill>
              </a:rPr>
              <a:t>State wächst exponentiell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011679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Jeder LLM-Aufruf bekommt den gesamten State:
requirements + architecture + alle Artifacts.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633472"/>
            <a:ext cx="5440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2670048"/>
            <a:ext cx="5166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0A"/>
                </a:solidFill>
              </a:rPr>
              <a:t>~300 API-Calls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907791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Pro Work Item: Developer + Tester + PO + Architect
+ Reviewer + Repair-Retries.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529584"/>
            <a:ext cx="5440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80" y="3566160"/>
            <a:ext cx="5166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A2A"/>
                </a:solidFill>
              </a:rPr>
              <a:t>Codex liest Repo 6× komplett ein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803904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Codex CLI liest vor jeder Antwort den
vollständigen Code-Stand ein –
bei 6 Work Items = 6 volle Repo-Scans.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425696"/>
            <a:ext cx="5440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4462272"/>
            <a:ext cx="5166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4444"/>
                </a:solidFill>
              </a:rPr>
              <a:t>JSON-Repair-Retries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700016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Kein valides JSON → Repair-Prompt geschickt
→ lokal doppelter Token-Verbrauch.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5321808"/>
            <a:ext cx="5440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55080" y="5358384"/>
            <a:ext cx="5166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4444"/>
                </a:solidFill>
              </a:rPr>
              <a:t>Korrekturlauf (Reviewer-Fail)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596128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Iteration 1 schickte Developer + Tester
+ Reviewer ein zweites Mal – alle
Prompts wurden wiederholt.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Fazit &amp; 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7F0"/>
                </a:solidFill>
              </a:rPr>
              <a:t>Single-Agent gewinnt – trotz oder wegen weniger Komplexität?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11430000" cy="1005840"/>
          </a:xfrm>
          <a:prstGeom prst="rect">
            <a:avLst/>
          </a:prstGeom>
          <a:solidFill>
            <a:srgbClr val="E6F5EC"/>
          </a:solidFill>
          <a:ln w="2540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0642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7A3C"/>
                </a:solidFill>
              </a:rPr>
              <a:t>Das Single-Agent-System lieferte das qualitativ überzeugendere Ergebnis: 4.6× günstiger ($2.44 vs. $11.25), 5× schneller (10 vs. 50 Min), 99% vs. 96% Testabdeckung, modernere Code-Patterns, besseres UX-Design.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5303520" cy="3941064"/>
          </a:xfrm>
          <a:prstGeom prst="rect">
            <a:avLst/>
          </a:prstGeom>
          <a:solidFill>
            <a:srgbClr val="E8F4FD"/>
          </a:solidFill>
          <a:ln w="12700">
            <a:solidFill>
              <a:srgbClr val="1A7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4C81"/>
                </a:solidFill>
              </a:rPr>
              <a:t>Lessons Learned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44368"/>
            <a:ext cx="5029200" cy="1928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dirty="0">
                <a:solidFill>
                  <a:srgbClr val="444444"/>
                </a:solidFill>
              </a:rPr>
              <a:t>•  Mehr </a:t>
            </a:r>
            <a:r>
              <a:rPr sz="1200" dirty="0" err="1">
                <a:solidFill>
                  <a:srgbClr val="444444"/>
                </a:solidFill>
              </a:rPr>
              <a:t>Agenten</a:t>
            </a:r>
            <a:r>
              <a:rPr sz="1200" dirty="0">
                <a:solidFill>
                  <a:srgbClr val="444444"/>
                </a:solidFill>
              </a:rPr>
              <a:t> ≠ </a:t>
            </a:r>
            <a:r>
              <a:rPr sz="1200" dirty="0" err="1">
                <a:solidFill>
                  <a:srgbClr val="444444"/>
                </a:solidFill>
              </a:rPr>
              <a:t>bessere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Ergebnisse</a:t>
            </a:r>
            <a:endParaRPr sz="1200" dirty="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444444"/>
                </a:solidFill>
              </a:rPr>
              <a:t>•  </a:t>
            </a:r>
            <a:r>
              <a:rPr sz="1200" dirty="0" err="1">
                <a:solidFill>
                  <a:srgbClr val="444444"/>
                </a:solidFill>
              </a:rPr>
              <a:t>Kontext-Fragmentierung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senkt</a:t>
            </a:r>
            <a:r>
              <a:rPr sz="1200" dirty="0">
                <a:solidFill>
                  <a:srgbClr val="444444"/>
                </a:solidFill>
              </a:rPr>
              <a:t> Codequalität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444444"/>
                </a:solidFill>
              </a:rPr>
              <a:t>•  State-</a:t>
            </a:r>
            <a:r>
              <a:rPr sz="1200" dirty="0" err="1">
                <a:solidFill>
                  <a:srgbClr val="444444"/>
                </a:solidFill>
              </a:rPr>
              <a:t>Weitergabe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kostet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exponentiell</a:t>
            </a:r>
            <a:r>
              <a:rPr sz="1200" dirty="0">
                <a:solidFill>
                  <a:srgbClr val="444444"/>
                </a:solidFill>
              </a:rPr>
              <a:t> Token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444444"/>
                </a:solidFill>
              </a:rPr>
              <a:t>•  Single-Agent hat </a:t>
            </a:r>
            <a:r>
              <a:rPr sz="1200" dirty="0" err="1">
                <a:solidFill>
                  <a:srgbClr val="444444"/>
                </a:solidFill>
              </a:rPr>
              <a:t>Gesamt-Kontext</a:t>
            </a:r>
            <a:endParaRPr sz="1200" dirty="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444444"/>
                </a:solidFill>
              </a:rPr>
              <a:t>•  Reviewer-Loop </a:t>
            </a:r>
            <a:r>
              <a:rPr sz="1200" dirty="0" err="1">
                <a:solidFill>
                  <a:srgbClr val="444444"/>
                </a:solidFill>
              </a:rPr>
              <a:t>funktioniert</a:t>
            </a:r>
            <a:r>
              <a:rPr sz="1200" dirty="0">
                <a:solidFill>
                  <a:srgbClr val="444444"/>
                </a:solidFill>
              </a:rPr>
              <a:t>, </a:t>
            </a:r>
            <a:r>
              <a:rPr sz="1200" dirty="0" err="1">
                <a:solidFill>
                  <a:srgbClr val="444444"/>
                </a:solidFill>
              </a:rPr>
              <a:t>greift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aber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zu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spät</a:t>
            </a:r>
            <a:endParaRPr sz="1200" dirty="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444444"/>
                </a:solidFill>
              </a:rPr>
              <a:t>•  Kosten </a:t>
            </a:r>
            <a:r>
              <a:rPr sz="1200" dirty="0" err="1">
                <a:solidFill>
                  <a:srgbClr val="444444"/>
                </a:solidFill>
              </a:rPr>
              <a:t>skalieren</a:t>
            </a:r>
            <a:r>
              <a:rPr sz="1200" dirty="0">
                <a:solidFill>
                  <a:srgbClr val="444444"/>
                </a:solidFill>
              </a:rPr>
              <a:t> stark </a:t>
            </a:r>
            <a:r>
              <a:rPr sz="1200" dirty="0" err="1">
                <a:solidFill>
                  <a:srgbClr val="444444"/>
                </a:solidFill>
              </a:rPr>
              <a:t>mit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Agentenzahl</a:t>
            </a:r>
            <a:r>
              <a:rPr sz="1200" dirty="0">
                <a:solidFill>
                  <a:srgbClr val="444444"/>
                </a:solidFill>
              </a:rPr>
              <a:t> (~300 API-Calls</a:t>
            </a:r>
            <a:r>
              <a:rPr lang="de-AT" sz="1200" dirty="0">
                <a:solidFill>
                  <a:srgbClr val="444444"/>
                </a:solidFill>
              </a:rPr>
              <a:t>)</a:t>
            </a:r>
            <a:endParaRPr sz="1200" dirty="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444444"/>
                </a:solidFill>
              </a:rPr>
              <a:t>•  Langer Weg bis </a:t>
            </a:r>
            <a:r>
              <a:rPr sz="1200" dirty="0" err="1">
                <a:solidFill>
                  <a:srgbClr val="444444"/>
                </a:solidFill>
              </a:rPr>
              <a:t>zum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stabilen</a:t>
            </a:r>
            <a:r>
              <a:rPr sz="1200" dirty="0">
                <a:solidFill>
                  <a:srgbClr val="444444"/>
                </a:solidFill>
              </a:rPr>
              <a:t> Setup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444444"/>
                </a:solidFill>
              </a:rPr>
              <a:t>•  Prompt Engineering </a:t>
            </a:r>
            <a:r>
              <a:rPr sz="1200" dirty="0" err="1">
                <a:solidFill>
                  <a:srgbClr val="444444"/>
                </a:solidFill>
              </a:rPr>
              <a:t>ist</a:t>
            </a:r>
            <a:r>
              <a:rPr sz="1200" dirty="0">
                <a:solidFill>
                  <a:srgbClr val="444444"/>
                </a:solidFill>
              </a:rPr>
              <a:t> </a:t>
            </a:r>
            <a:r>
              <a:rPr sz="1200" dirty="0" err="1">
                <a:solidFill>
                  <a:srgbClr val="444444"/>
                </a:solidFill>
              </a:rPr>
              <a:t>entscheidend</a:t>
            </a:r>
            <a:r>
              <a:rPr sz="1200" dirty="0">
                <a:solidFill>
                  <a:srgbClr val="444444"/>
                </a:solidFill>
              </a:rPr>
              <a:t> für </a:t>
            </a:r>
            <a:r>
              <a:rPr sz="1200" dirty="0" err="1">
                <a:solidFill>
                  <a:srgbClr val="444444"/>
                </a:solidFill>
              </a:rPr>
              <a:t>Qualität</a:t>
            </a:r>
            <a:endParaRPr sz="1200" dirty="0">
              <a:solidFill>
                <a:srgbClr val="444444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09360" y="2468880"/>
            <a:ext cx="5486400" cy="3941064"/>
          </a:xfrm>
          <a:prstGeom prst="rect">
            <a:avLst/>
          </a:prstGeom>
          <a:solidFill>
            <a:srgbClr val="FDF0E0"/>
          </a:solidFill>
          <a:ln w="12700">
            <a:solidFill>
              <a:srgbClr val="E8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5603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A0A"/>
                </a:solidFill>
              </a:rPr>
              <a:t>Ausblick &amp; mögliche Verbesserungen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44368"/>
            <a:ext cx="5212080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</a:t>
            </a:r>
            <a:r>
              <a:rPr lang="de-AT" sz="1200">
                <a:solidFill>
                  <a:srgbClr val="444444"/>
                </a:solidFill>
              </a:rPr>
              <a:t>Zusammengefasste States </a:t>
            </a:r>
            <a:r>
              <a:rPr sz="1200" err="1">
                <a:solidFill>
                  <a:srgbClr val="444444"/>
                </a:solidFill>
              </a:rPr>
              <a:t>statt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vollständiger</a:t>
            </a:r>
            <a:r>
              <a:rPr sz="1200">
                <a:solidFill>
                  <a:srgbClr val="444444"/>
                </a:solidFill>
              </a:rPr>
              <a:t> State-</a:t>
            </a:r>
            <a:r>
              <a:rPr sz="1200" err="1">
                <a:solidFill>
                  <a:srgbClr val="444444"/>
                </a:solidFill>
              </a:rPr>
              <a:t>Weitergabe</a:t>
            </a:r>
            <a:endParaRPr sz="120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Reviewer </a:t>
            </a:r>
            <a:r>
              <a:rPr sz="1200" err="1">
                <a:solidFill>
                  <a:srgbClr val="444444"/>
                </a:solidFill>
              </a:rPr>
              <a:t>schon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nach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jedem</a:t>
            </a:r>
            <a:r>
              <a:rPr sz="1200">
                <a:solidFill>
                  <a:srgbClr val="444444"/>
                </a:solidFill>
              </a:rPr>
              <a:t> Work Item, nicht </a:t>
            </a:r>
            <a:r>
              <a:rPr sz="1200" err="1">
                <a:solidFill>
                  <a:srgbClr val="444444"/>
                </a:solidFill>
              </a:rPr>
              <a:t>nur</a:t>
            </a:r>
            <a:r>
              <a:rPr sz="1200">
                <a:solidFill>
                  <a:srgbClr val="444444"/>
                </a:solidFill>
              </a:rPr>
              <a:t> am Ende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Few-Shot Prompting für </a:t>
            </a:r>
            <a:r>
              <a:rPr sz="1200" err="1">
                <a:solidFill>
                  <a:srgbClr val="444444"/>
                </a:solidFill>
              </a:rPr>
              <a:t>konsistente</a:t>
            </a:r>
            <a:r>
              <a:rPr sz="1200">
                <a:solidFill>
                  <a:srgbClr val="444444"/>
                </a:solidFill>
              </a:rPr>
              <a:t> Code-Patterns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Hybrid-Ansatz: Single-Agent </a:t>
            </a:r>
            <a:r>
              <a:rPr sz="1200" err="1">
                <a:solidFill>
                  <a:srgbClr val="444444"/>
                </a:solidFill>
              </a:rPr>
              <a:t>mit</a:t>
            </a:r>
            <a:r>
              <a:rPr sz="1200">
                <a:solidFill>
                  <a:srgbClr val="444444"/>
                </a:solidFill>
              </a:rPr>
              <a:t> </a:t>
            </a:r>
            <a:r>
              <a:rPr sz="1200" err="1">
                <a:solidFill>
                  <a:srgbClr val="444444"/>
                </a:solidFill>
              </a:rPr>
              <a:t>dediziertem</a:t>
            </a:r>
            <a:r>
              <a:rPr sz="1200">
                <a:solidFill>
                  <a:srgbClr val="444444"/>
                </a:solidFill>
              </a:rPr>
              <a:t> Reviewer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 Echter E2E-Test-Agent (Playwright)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1826</Words>
  <Application>Microsoft Office PowerPoint</Application>
  <PresentationFormat>Benutzerdefiniert</PresentationFormat>
  <Paragraphs>408</Paragraphs>
  <Slides>18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Moser Sebastian - s2410307028</cp:lastModifiedBy>
  <cp:revision>6</cp:revision>
  <dcterms:created xsi:type="dcterms:W3CDTF">2013-01-27T09:14:16Z</dcterms:created>
  <dcterms:modified xsi:type="dcterms:W3CDTF">2026-06-20T08:29:38Z</dcterms:modified>
  <cp:category/>
</cp:coreProperties>
</file>